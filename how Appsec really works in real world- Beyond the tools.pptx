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59" r:id="rId6"/>
    <p:sldId id="262" r:id="rId7"/>
    <p:sldId id="273" r:id="rId8"/>
    <p:sldId id="274" r:id="rId9"/>
    <p:sldId id="264" r:id="rId10"/>
    <p:sldId id="261" r:id="rId11"/>
    <p:sldId id="263" r:id="rId12"/>
    <p:sldId id="265" r:id="rId13"/>
    <p:sldId id="275" r:id="rId14"/>
    <p:sldId id="266" r:id="rId15"/>
    <p:sldId id="276" r:id="rId16"/>
    <p:sldId id="267" r:id="rId17"/>
    <p:sldId id="269" r:id="rId18"/>
    <p:sldId id="270" r:id="rId19"/>
    <p:sldId id="277" r:id="rId20"/>
    <p:sldId id="271" r:id="rId21"/>
    <p:sldId id="272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00585" cy="10058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29.png"/><Relationship Id="rId7" Type="http://schemas.openxmlformats.org/officeDocument/2006/relationships/image" Target="../media/image35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0.svg"/><Relationship Id="rId9" Type="http://schemas.openxmlformats.org/officeDocument/2006/relationships/image" Target="../media/image3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29.png"/><Relationship Id="rId7" Type="http://schemas.openxmlformats.org/officeDocument/2006/relationships/image" Target="../media/image35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0.svg"/><Relationship Id="rId9" Type="http://schemas.openxmlformats.org/officeDocument/2006/relationships/image" Target="../media/image3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01226F-5A65-4F27-8837-135250AF56F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B7FEFED-FDC8-431A-AF58-E527ED447A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Modern applications handle sensitive data, PII, health info, payments, credentials</a:t>
          </a:r>
          <a:endParaRPr lang="en-US"/>
        </a:p>
      </dgm:t>
    </dgm:pt>
    <dgm:pt modelId="{78EFB417-0230-4448-9AF0-E422613D601B}" type="parTrans" cxnId="{03FC7D27-99BB-460B-9024-CADCA807A16C}">
      <dgm:prSet/>
      <dgm:spPr/>
      <dgm:t>
        <a:bodyPr/>
        <a:lstStyle/>
        <a:p>
          <a:endParaRPr lang="en-US"/>
        </a:p>
      </dgm:t>
    </dgm:pt>
    <dgm:pt modelId="{6BDE7C6E-C5AE-4868-8056-7582BD31FC5F}" type="sibTrans" cxnId="{03FC7D27-99BB-460B-9024-CADCA807A16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325DBCC-3201-4775-9F84-F522B2BD28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 single vulnerability can lead to data breaches, reputational damage, and financial losses</a:t>
          </a:r>
          <a:endParaRPr lang="en-US"/>
        </a:p>
      </dgm:t>
    </dgm:pt>
    <dgm:pt modelId="{444BF0A4-C98D-4879-81DE-FFE903BCE462}" type="parTrans" cxnId="{6FC2F0EE-1846-4065-904A-F2F7A4378545}">
      <dgm:prSet/>
      <dgm:spPr/>
      <dgm:t>
        <a:bodyPr/>
        <a:lstStyle/>
        <a:p>
          <a:endParaRPr lang="en-US"/>
        </a:p>
      </dgm:t>
    </dgm:pt>
    <dgm:pt modelId="{8D44E188-304C-4BF6-B0AF-64415D21340F}" type="sibTrans" cxnId="{6FC2F0EE-1846-4065-904A-F2F7A437854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2352DA1-159A-4040-A306-2553EE1BD0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Attackers target apps because they are the easiest entry point compared to hardened networks</a:t>
          </a:r>
          <a:endParaRPr lang="en-US"/>
        </a:p>
      </dgm:t>
    </dgm:pt>
    <dgm:pt modelId="{11D2B2AB-3948-415D-B076-86441843868C}" type="parTrans" cxnId="{6BCF3854-9ECE-4DEB-8FA5-5DDE36F5B07B}">
      <dgm:prSet/>
      <dgm:spPr/>
      <dgm:t>
        <a:bodyPr/>
        <a:lstStyle/>
        <a:p>
          <a:endParaRPr lang="en-US"/>
        </a:p>
      </dgm:t>
    </dgm:pt>
    <dgm:pt modelId="{B6A5FA0E-9940-4133-A07B-14B74AA2FAD2}" type="sibTrans" cxnId="{6BCF3854-9ECE-4DEB-8FA5-5DDE36F5B07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D31F12D-D03A-4EDF-A782-B2125550D2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AppSec reduces risk early, avoiding costly fixes later in the SDLC</a:t>
          </a:r>
          <a:endParaRPr lang="en-US"/>
        </a:p>
      </dgm:t>
    </dgm:pt>
    <dgm:pt modelId="{EEFD2408-E607-4354-8352-5CF321D28667}" type="parTrans" cxnId="{E012010A-E0AA-4566-AFB5-C03997E5F745}">
      <dgm:prSet/>
      <dgm:spPr/>
      <dgm:t>
        <a:bodyPr/>
        <a:lstStyle/>
        <a:p>
          <a:endParaRPr lang="en-US"/>
        </a:p>
      </dgm:t>
    </dgm:pt>
    <dgm:pt modelId="{9B5AAAC4-97C1-472D-B717-1F4E2B3C4098}" type="sibTrans" cxnId="{E012010A-E0AA-4566-AFB5-C03997E5F74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19C5D56-D76F-4349-8C66-285CC3903F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Strong security builds customer trust and supports compliance (HIPAA, PCI, SOC2)</a:t>
          </a:r>
          <a:endParaRPr lang="en-US"/>
        </a:p>
      </dgm:t>
    </dgm:pt>
    <dgm:pt modelId="{00997C93-D060-4B66-8E32-BBE145BBE1F9}" type="parTrans" cxnId="{8D89A6CB-33D6-42D5-B02F-951A2B0CA068}">
      <dgm:prSet/>
      <dgm:spPr/>
      <dgm:t>
        <a:bodyPr/>
        <a:lstStyle/>
        <a:p>
          <a:endParaRPr lang="en-US"/>
        </a:p>
      </dgm:t>
    </dgm:pt>
    <dgm:pt modelId="{FB1697C9-041A-4E99-97F5-9B4C2B9ECBFD}" type="sibTrans" cxnId="{8D89A6CB-33D6-42D5-B02F-951A2B0CA06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CDBFC2B-56D3-4E78-AFEE-C1DED6F27A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Secure applications enable business growth, insecure ones slow it down</a:t>
          </a:r>
          <a:endParaRPr lang="en-US" dirty="0"/>
        </a:p>
      </dgm:t>
    </dgm:pt>
    <dgm:pt modelId="{372930B3-4F0B-4D8D-B779-2BF38F4A9B78}" type="parTrans" cxnId="{69A9EBDB-5A7D-49AC-AF26-4AE4F33C4ACC}">
      <dgm:prSet/>
      <dgm:spPr/>
      <dgm:t>
        <a:bodyPr/>
        <a:lstStyle/>
        <a:p>
          <a:endParaRPr lang="en-US"/>
        </a:p>
      </dgm:t>
    </dgm:pt>
    <dgm:pt modelId="{26F25CE7-CD62-472A-8110-B195C9B593A7}" type="sibTrans" cxnId="{69A9EBDB-5A7D-49AC-AF26-4AE4F33C4ACC}">
      <dgm:prSet/>
      <dgm:spPr/>
      <dgm:t>
        <a:bodyPr/>
        <a:lstStyle/>
        <a:p>
          <a:endParaRPr lang="en-US"/>
        </a:p>
      </dgm:t>
    </dgm:pt>
    <dgm:pt modelId="{D4140F48-5A61-461E-A41A-D53A9A25A074}" type="pres">
      <dgm:prSet presAssocID="{1801226F-5A65-4F27-8837-135250AF56FE}" presName="root" presStyleCnt="0">
        <dgm:presLayoutVars>
          <dgm:dir/>
          <dgm:resizeHandles val="exact"/>
        </dgm:presLayoutVars>
      </dgm:prSet>
      <dgm:spPr/>
    </dgm:pt>
    <dgm:pt modelId="{552C0D41-BB11-4EA9-9190-E88E16716ACD}" type="pres">
      <dgm:prSet presAssocID="{1801226F-5A65-4F27-8837-135250AF56FE}" presName="container" presStyleCnt="0">
        <dgm:presLayoutVars>
          <dgm:dir/>
          <dgm:resizeHandles val="exact"/>
        </dgm:presLayoutVars>
      </dgm:prSet>
      <dgm:spPr/>
    </dgm:pt>
    <dgm:pt modelId="{A1EAB101-A349-4486-AF43-37B934A0D14C}" type="pres">
      <dgm:prSet presAssocID="{BB7FEFED-FDC8-431A-AF58-E527ED447AD9}" presName="compNode" presStyleCnt="0"/>
      <dgm:spPr/>
    </dgm:pt>
    <dgm:pt modelId="{B0BA4F05-EAFD-462F-B8BE-9998BF1EBAB7}" type="pres">
      <dgm:prSet presAssocID="{BB7FEFED-FDC8-431A-AF58-E527ED447AD9}" presName="iconBgRect" presStyleLbl="bgShp" presStyleIdx="0" presStyleCnt="6"/>
      <dgm:spPr/>
    </dgm:pt>
    <dgm:pt modelId="{74294D65-AD20-4725-8F87-597E50E74AF8}" type="pres">
      <dgm:prSet presAssocID="{BB7FEFED-FDC8-431A-AF58-E527ED447AD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45183B18-BB6D-4E77-95C5-C84BE487522F}" type="pres">
      <dgm:prSet presAssocID="{BB7FEFED-FDC8-431A-AF58-E527ED447AD9}" presName="spaceRect" presStyleCnt="0"/>
      <dgm:spPr/>
    </dgm:pt>
    <dgm:pt modelId="{6A2DA0AD-A087-49EA-A563-CF42E6D8DDC7}" type="pres">
      <dgm:prSet presAssocID="{BB7FEFED-FDC8-431A-AF58-E527ED447AD9}" presName="textRect" presStyleLbl="revTx" presStyleIdx="0" presStyleCnt="6">
        <dgm:presLayoutVars>
          <dgm:chMax val="1"/>
          <dgm:chPref val="1"/>
        </dgm:presLayoutVars>
      </dgm:prSet>
      <dgm:spPr/>
    </dgm:pt>
    <dgm:pt modelId="{9BF1CC4E-4D6F-41CA-8F91-954DF20B4D5E}" type="pres">
      <dgm:prSet presAssocID="{6BDE7C6E-C5AE-4868-8056-7582BD31FC5F}" presName="sibTrans" presStyleLbl="sibTrans2D1" presStyleIdx="0" presStyleCnt="0"/>
      <dgm:spPr/>
    </dgm:pt>
    <dgm:pt modelId="{F629782D-A9D4-406D-867B-A73BC4565DDE}" type="pres">
      <dgm:prSet presAssocID="{6325DBCC-3201-4775-9F84-F522B2BD28A2}" presName="compNode" presStyleCnt="0"/>
      <dgm:spPr/>
    </dgm:pt>
    <dgm:pt modelId="{258194C6-7C89-4C8C-878B-92D892B83E0F}" type="pres">
      <dgm:prSet presAssocID="{6325DBCC-3201-4775-9F84-F522B2BD28A2}" presName="iconBgRect" presStyleLbl="bgShp" presStyleIdx="1" presStyleCnt="6"/>
      <dgm:spPr/>
    </dgm:pt>
    <dgm:pt modelId="{19FBD81A-8452-47EA-B2AD-306BE224638B}" type="pres">
      <dgm:prSet presAssocID="{6325DBCC-3201-4775-9F84-F522B2BD28A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67A85A2-BD8D-4A46-A052-2C663759DC35}" type="pres">
      <dgm:prSet presAssocID="{6325DBCC-3201-4775-9F84-F522B2BD28A2}" presName="spaceRect" presStyleCnt="0"/>
      <dgm:spPr/>
    </dgm:pt>
    <dgm:pt modelId="{E04340D1-E253-4B22-8B8C-1C8BECB16042}" type="pres">
      <dgm:prSet presAssocID="{6325DBCC-3201-4775-9F84-F522B2BD28A2}" presName="textRect" presStyleLbl="revTx" presStyleIdx="1" presStyleCnt="6">
        <dgm:presLayoutVars>
          <dgm:chMax val="1"/>
          <dgm:chPref val="1"/>
        </dgm:presLayoutVars>
      </dgm:prSet>
      <dgm:spPr/>
    </dgm:pt>
    <dgm:pt modelId="{43902E67-367A-4E0E-9A0F-EC03A1181294}" type="pres">
      <dgm:prSet presAssocID="{8D44E188-304C-4BF6-B0AF-64415D21340F}" presName="sibTrans" presStyleLbl="sibTrans2D1" presStyleIdx="0" presStyleCnt="0"/>
      <dgm:spPr/>
    </dgm:pt>
    <dgm:pt modelId="{82D41E2C-442B-4917-8EB2-8F373F4136BF}" type="pres">
      <dgm:prSet presAssocID="{22352DA1-159A-4040-A306-2553EE1BD095}" presName="compNode" presStyleCnt="0"/>
      <dgm:spPr/>
    </dgm:pt>
    <dgm:pt modelId="{31C6C658-4ADD-4CF9-947B-8EC827064C5F}" type="pres">
      <dgm:prSet presAssocID="{22352DA1-159A-4040-A306-2553EE1BD095}" presName="iconBgRect" presStyleLbl="bgShp" presStyleIdx="2" presStyleCnt="6"/>
      <dgm:spPr/>
    </dgm:pt>
    <dgm:pt modelId="{DE2451D0-65C8-4894-AFAA-AF58D708FC14}" type="pres">
      <dgm:prSet presAssocID="{22352DA1-159A-4040-A306-2553EE1BD09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023C747-5F8D-4426-8D6E-4966AC5B89F6}" type="pres">
      <dgm:prSet presAssocID="{22352DA1-159A-4040-A306-2553EE1BD095}" presName="spaceRect" presStyleCnt="0"/>
      <dgm:spPr/>
    </dgm:pt>
    <dgm:pt modelId="{E75A24BD-8775-4E63-8500-DD942EAD3413}" type="pres">
      <dgm:prSet presAssocID="{22352DA1-159A-4040-A306-2553EE1BD095}" presName="textRect" presStyleLbl="revTx" presStyleIdx="2" presStyleCnt="6">
        <dgm:presLayoutVars>
          <dgm:chMax val="1"/>
          <dgm:chPref val="1"/>
        </dgm:presLayoutVars>
      </dgm:prSet>
      <dgm:spPr/>
    </dgm:pt>
    <dgm:pt modelId="{8012D7BD-02EA-4054-BE2F-AA4777A3FD20}" type="pres">
      <dgm:prSet presAssocID="{B6A5FA0E-9940-4133-A07B-14B74AA2FAD2}" presName="sibTrans" presStyleLbl="sibTrans2D1" presStyleIdx="0" presStyleCnt="0"/>
      <dgm:spPr/>
    </dgm:pt>
    <dgm:pt modelId="{B38E3799-3FE4-4FB5-86A6-313FF1F20098}" type="pres">
      <dgm:prSet presAssocID="{DD31F12D-D03A-4EDF-A782-B2125550D290}" presName="compNode" presStyleCnt="0"/>
      <dgm:spPr/>
    </dgm:pt>
    <dgm:pt modelId="{06D2C6F3-2488-42AD-B2E7-36EDDD144B74}" type="pres">
      <dgm:prSet presAssocID="{DD31F12D-D03A-4EDF-A782-B2125550D290}" presName="iconBgRect" presStyleLbl="bgShp" presStyleIdx="3" presStyleCnt="6"/>
      <dgm:spPr/>
    </dgm:pt>
    <dgm:pt modelId="{1D419EFF-94C6-46C9-AFC6-A5A976D2D54E}" type="pres">
      <dgm:prSet presAssocID="{DD31F12D-D03A-4EDF-A782-B2125550D29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106C766-7C4D-4603-84CB-83A293F65774}" type="pres">
      <dgm:prSet presAssocID="{DD31F12D-D03A-4EDF-A782-B2125550D290}" presName="spaceRect" presStyleCnt="0"/>
      <dgm:spPr/>
    </dgm:pt>
    <dgm:pt modelId="{76BA0536-75EA-417B-9AB2-2515BA6AB822}" type="pres">
      <dgm:prSet presAssocID="{DD31F12D-D03A-4EDF-A782-B2125550D290}" presName="textRect" presStyleLbl="revTx" presStyleIdx="3" presStyleCnt="6">
        <dgm:presLayoutVars>
          <dgm:chMax val="1"/>
          <dgm:chPref val="1"/>
        </dgm:presLayoutVars>
      </dgm:prSet>
      <dgm:spPr/>
    </dgm:pt>
    <dgm:pt modelId="{3184D5F0-64EF-4E45-A7D7-3B5F487C367B}" type="pres">
      <dgm:prSet presAssocID="{9B5AAAC4-97C1-472D-B717-1F4E2B3C4098}" presName="sibTrans" presStyleLbl="sibTrans2D1" presStyleIdx="0" presStyleCnt="0"/>
      <dgm:spPr/>
    </dgm:pt>
    <dgm:pt modelId="{A50EC774-8CE1-42D7-9C72-FB71D2A819DC}" type="pres">
      <dgm:prSet presAssocID="{F19C5D56-D76F-4349-8C66-285CC3903F5F}" presName="compNode" presStyleCnt="0"/>
      <dgm:spPr/>
    </dgm:pt>
    <dgm:pt modelId="{0995D414-2E91-4C62-A600-5E8999E6928E}" type="pres">
      <dgm:prSet presAssocID="{F19C5D56-D76F-4349-8C66-285CC3903F5F}" presName="iconBgRect" presStyleLbl="bgShp" presStyleIdx="4" presStyleCnt="6"/>
      <dgm:spPr/>
    </dgm:pt>
    <dgm:pt modelId="{6909EAF3-9585-4173-840B-423BC3C4DCCF}" type="pres">
      <dgm:prSet presAssocID="{F19C5D56-D76F-4349-8C66-285CC3903F5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BB40A3B-92DB-42F2-BF15-24E760FC7AE5}" type="pres">
      <dgm:prSet presAssocID="{F19C5D56-D76F-4349-8C66-285CC3903F5F}" presName="spaceRect" presStyleCnt="0"/>
      <dgm:spPr/>
    </dgm:pt>
    <dgm:pt modelId="{ACD92058-D081-4004-9898-BD8864644C71}" type="pres">
      <dgm:prSet presAssocID="{F19C5D56-D76F-4349-8C66-285CC3903F5F}" presName="textRect" presStyleLbl="revTx" presStyleIdx="4" presStyleCnt="6">
        <dgm:presLayoutVars>
          <dgm:chMax val="1"/>
          <dgm:chPref val="1"/>
        </dgm:presLayoutVars>
      </dgm:prSet>
      <dgm:spPr/>
    </dgm:pt>
    <dgm:pt modelId="{4DEB6034-070E-4ECD-866B-AA27A81363CC}" type="pres">
      <dgm:prSet presAssocID="{FB1697C9-041A-4E99-97F5-9B4C2B9ECBFD}" presName="sibTrans" presStyleLbl="sibTrans2D1" presStyleIdx="0" presStyleCnt="0"/>
      <dgm:spPr/>
    </dgm:pt>
    <dgm:pt modelId="{82A49134-30FA-43C9-AB89-32E80F613D71}" type="pres">
      <dgm:prSet presAssocID="{8CDBFC2B-56D3-4E78-AFEE-C1DED6F27A34}" presName="compNode" presStyleCnt="0"/>
      <dgm:spPr/>
    </dgm:pt>
    <dgm:pt modelId="{CB36B038-8184-43EF-BC36-B8FB621D4A2A}" type="pres">
      <dgm:prSet presAssocID="{8CDBFC2B-56D3-4E78-AFEE-C1DED6F27A34}" presName="iconBgRect" presStyleLbl="bgShp" presStyleIdx="5" presStyleCnt="6"/>
      <dgm:spPr/>
    </dgm:pt>
    <dgm:pt modelId="{76A40A8A-4CBA-4EF9-ABB5-E4E486932B93}" type="pres">
      <dgm:prSet presAssocID="{8CDBFC2B-56D3-4E78-AFEE-C1DED6F27A3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9CDFE2EE-7C06-4466-BD05-0D5764780837}" type="pres">
      <dgm:prSet presAssocID="{8CDBFC2B-56D3-4E78-AFEE-C1DED6F27A34}" presName="spaceRect" presStyleCnt="0"/>
      <dgm:spPr/>
    </dgm:pt>
    <dgm:pt modelId="{32D80834-36F3-4CBD-8944-D8AAD4CB9C45}" type="pres">
      <dgm:prSet presAssocID="{8CDBFC2B-56D3-4E78-AFEE-C1DED6F27A3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987E2301-E374-4EEF-ADA9-4BF7EB5C5100}" type="presOf" srcId="{1801226F-5A65-4F27-8837-135250AF56FE}" destId="{D4140F48-5A61-461E-A41A-D53A9A25A074}" srcOrd="0" destOrd="0" presId="urn:microsoft.com/office/officeart/2018/2/layout/IconCircleList"/>
    <dgm:cxn modelId="{2695D102-1E0D-4862-961B-B3A0A4CEB9A5}" type="presOf" srcId="{22352DA1-159A-4040-A306-2553EE1BD095}" destId="{E75A24BD-8775-4E63-8500-DD942EAD3413}" srcOrd="0" destOrd="0" presId="urn:microsoft.com/office/officeart/2018/2/layout/IconCircleList"/>
    <dgm:cxn modelId="{A48F2906-57E9-4429-B087-C13BE6575474}" type="presOf" srcId="{F19C5D56-D76F-4349-8C66-285CC3903F5F}" destId="{ACD92058-D081-4004-9898-BD8864644C71}" srcOrd="0" destOrd="0" presId="urn:microsoft.com/office/officeart/2018/2/layout/IconCircleList"/>
    <dgm:cxn modelId="{E012010A-E0AA-4566-AFB5-C03997E5F745}" srcId="{1801226F-5A65-4F27-8837-135250AF56FE}" destId="{DD31F12D-D03A-4EDF-A782-B2125550D290}" srcOrd="3" destOrd="0" parTransId="{EEFD2408-E607-4354-8352-5CF321D28667}" sibTransId="{9B5AAAC4-97C1-472D-B717-1F4E2B3C4098}"/>
    <dgm:cxn modelId="{233B441C-01C5-49C1-8ADA-5CD6A582866D}" type="presOf" srcId="{6325DBCC-3201-4775-9F84-F522B2BD28A2}" destId="{E04340D1-E253-4B22-8B8C-1C8BECB16042}" srcOrd="0" destOrd="0" presId="urn:microsoft.com/office/officeart/2018/2/layout/IconCircleList"/>
    <dgm:cxn modelId="{00FA6F1D-5318-4147-B2E0-4FAB20ECF8B7}" type="presOf" srcId="{6BDE7C6E-C5AE-4868-8056-7582BD31FC5F}" destId="{9BF1CC4E-4D6F-41CA-8F91-954DF20B4D5E}" srcOrd="0" destOrd="0" presId="urn:microsoft.com/office/officeart/2018/2/layout/IconCircleList"/>
    <dgm:cxn modelId="{03FC7D27-99BB-460B-9024-CADCA807A16C}" srcId="{1801226F-5A65-4F27-8837-135250AF56FE}" destId="{BB7FEFED-FDC8-431A-AF58-E527ED447AD9}" srcOrd="0" destOrd="0" parTransId="{78EFB417-0230-4448-9AF0-E422613D601B}" sibTransId="{6BDE7C6E-C5AE-4868-8056-7582BD31FC5F}"/>
    <dgm:cxn modelId="{1EB66B37-C2A8-4EDE-9460-C82C2B96308A}" type="presOf" srcId="{BB7FEFED-FDC8-431A-AF58-E527ED447AD9}" destId="{6A2DA0AD-A087-49EA-A563-CF42E6D8DDC7}" srcOrd="0" destOrd="0" presId="urn:microsoft.com/office/officeart/2018/2/layout/IconCircleList"/>
    <dgm:cxn modelId="{C4370446-00F3-486B-ABE4-01AFC75E12C8}" type="presOf" srcId="{9B5AAAC4-97C1-472D-B717-1F4E2B3C4098}" destId="{3184D5F0-64EF-4E45-A7D7-3B5F487C367B}" srcOrd="0" destOrd="0" presId="urn:microsoft.com/office/officeart/2018/2/layout/IconCircleList"/>
    <dgm:cxn modelId="{6BCF3854-9ECE-4DEB-8FA5-5DDE36F5B07B}" srcId="{1801226F-5A65-4F27-8837-135250AF56FE}" destId="{22352DA1-159A-4040-A306-2553EE1BD095}" srcOrd="2" destOrd="0" parTransId="{11D2B2AB-3948-415D-B076-86441843868C}" sibTransId="{B6A5FA0E-9940-4133-A07B-14B74AA2FAD2}"/>
    <dgm:cxn modelId="{64EBC99E-679F-4812-AA8B-A2B278405ABE}" type="presOf" srcId="{B6A5FA0E-9940-4133-A07B-14B74AA2FAD2}" destId="{8012D7BD-02EA-4054-BE2F-AA4777A3FD20}" srcOrd="0" destOrd="0" presId="urn:microsoft.com/office/officeart/2018/2/layout/IconCircleList"/>
    <dgm:cxn modelId="{A6B495CB-2B5A-4640-BEAF-210D031B1509}" type="presOf" srcId="{FB1697C9-041A-4E99-97F5-9B4C2B9ECBFD}" destId="{4DEB6034-070E-4ECD-866B-AA27A81363CC}" srcOrd="0" destOrd="0" presId="urn:microsoft.com/office/officeart/2018/2/layout/IconCircleList"/>
    <dgm:cxn modelId="{8D89A6CB-33D6-42D5-B02F-951A2B0CA068}" srcId="{1801226F-5A65-4F27-8837-135250AF56FE}" destId="{F19C5D56-D76F-4349-8C66-285CC3903F5F}" srcOrd="4" destOrd="0" parTransId="{00997C93-D060-4B66-8E32-BBE145BBE1F9}" sibTransId="{FB1697C9-041A-4E99-97F5-9B4C2B9ECBFD}"/>
    <dgm:cxn modelId="{BB7231D4-C2ED-4680-BB96-DF2EE978BD31}" type="presOf" srcId="{8D44E188-304C-4BF6-B0AF-64415D21340F}" destId="{43902E67-367A-4E0E-9A0F-EC03A1181294}" srcOrd="0" destOrd="0" presId="urn:microsoft.com/office/officeart/2018/2/layout/IconCircleList"/>
    <dgm:cxn modelId="{69A9EBDB-5A7D-49AC-AF26-4AE4F33C4ACC}" srcId="{1801226F-5A65-4F27-8837-135250AF56FE}" destId="{8CDBFC2B-56D3-4E78-AFEE-C1DED6F27A34}" srcOrd="5" destOrd="0" parTransId="{372930B3-4F0B-4D8D-B779-2BF38F4A9B78}" sibTransId="{26F25CE7-CD62-472A-8110-B195C9B593A7}"/>
    <dgm:cxn modelId="{6FC2F0EE-1846-4065-904A-F2F7A4378545}" srcId="{1801226F-5A65-4F27-8837-135250AF56FE}" destId="{6325DBCC-3201-4775-9F84-F522B2BD28A2}" srcOrd="1" destOrd="0" parTransId="{444BF0A4-C98D-4879-81DE-FFE903BCE462}" sibTransId="{8D44E188-304C-4BF6-B0AF-64415D21340F}"/>
    <dgm:cxn modelId="{C010F3FA-D2B6-4B68-9438-E8785DB763DA}" type="presOf" srcId="{DD31F12D-D03A-4EDF-A782-B2125550D290}" destId="{76BA0536-75EA-417B-9AB2-2515BA6AB822}" srcOrd="0" destOrd="0" presId="urn:microsoft.com/office/officeart/2018/2/layout/IconCircleList"/>
    <dgm:cxn modelId="{15C626FB-AD27-41DE-B75B-46E9C2ECDDF9}" type="presOf" srcId="{8CDBFC2B-56D3-4E78-AFEE-C1DED6F27A34}" destId="{32D80834-36F3-4CBD-8944-D8AAD4CB9C45}" srcOrd="0" destOrd="0" presId="urn:microsoft.com/office/officeart/2018/2/layout/IconCircleList"/>
    <dgm:cxn modelId="{7A8668A4-F952-4BAA-A0F0-93F970B2F9C2}" type="presParOf" srcId="{D4140F48-5A61-461E-A41A-D53A9A25A074}" destId="{552C0D41-BB11-4EA9-9190-E88E16716ACD}" srcOrd="0" destOrd="0" presId="urn:microsoft.com/office/officeart/2018/2/layout/IconCircleList"/>
    <dgm:cxn modelId="{12B1AEA5-7A6B-4CB3-9A19-B283C4B83CAD}" type="presParOf" srcId="{552C0D41-BB11-4EA9-9190-E88E16716ACD}" destId="{A1EAB101-A349-4486-AF43-37B934A0D14C}" srcOrd="0" destOrd="0" presId="urn:microsoft.com/office/officeart/2018/2/layout/IconCircleList"/>
    <dgm:cxn modelId="{01C729DC-2257-4677-AF79-CF480D19278D}" type="presParOf" srcId="{A1EAB101-A349-4486-AF43-37B934A0D14C}" destId="{B0BA4F05-EAFD-462F-B8BE-9998BF1EBAB7}" srcOrd="0" destOrd="0" presId="urn:microsoft.com/office/officeart/2018/2/layout/IconCircleList"/>
    <dgm:cxn modelId="{2C59FACE-1BD5-4AC3-9815-059F239CF748}" type="presParOf" srcId="{A1EAB101-A349-4486-AF43-37B934A0D14C}" destId="{74294D65-AD20-4725-8F87-597E50E74AF8}" srcOrd="1" destOrd="0" presId="urn:microsoft.com/office/officeart/2018/2/layout/IconCircleList"/>
    <dgm:cxn modelId="{6C8A576E-8B9B-46B8-A7C8-41D13A820162}" type="presParOf" srcId="{A1EAB101-A349-4486-AF43-37B934A0D14C}" destId="{45183B18-BB6D-4E77-95C5-C84BE487522F}" srcOrd="2" destOrd="0" presId="urn:microsoft.com/office/officeart/2018/2/layout/IconCircleList"/>
    <dgm:cxn modelId="{25BC37C2-F0B2-43E3-B0AA-A1BC27236A85}" type="presParOf" srcId="{A1EAB101-A349-4486-AF43-37B934A0D14C}" destId="{6A2DA0AD-A087-49EA-A563-CF42E6D8DDC7}" srcOrd="3" destOrd="0" presId="urn:microsoft.com/office/officeart/2018/2/layout/IconCircleList"/>
    <dgm:cxn modelId="{18FCAC5D-4F93-41B4-B09F-8544250BFCB7}" type="presParOf" srcId="{552C0D41-BB11-4EA9-9190-E88E16716ACD}" destId="{9BF1CC4E-4D6F-41CA-8F91-954DF20B4D5E}" srcOrd="1" destOrd="0" presId="urn:microsoft.com/office/officeart/2018/2/layout/IconCircleList"/>
    <dgm:cxn modelId="{1EF52484-F876-4F00-9026-7BA4B1191F47}" type="presParOf" srcId="{552C0D41-BB11-4EA9-9190-E88E16716ACD}" destId="{F629782D-A9D4-406D-867B-A73BC4565DDE}" srcOrd="2" destOrd="0" presId="urn:microsoft.com/office/officeart/2018/2/layout/IconCircleList"/>
    <dgm:cxn modelId="{33722A34-CF92-4F18-B953-8954E55D4E56}" type="presParOf" srcId="{F629782D-A9D4-406D-867B-A73BC4565DDE}" destId="{258194C6-7C89-4C8C-878B-92D892B83E0F}" srcOrd="0" destOrd="0" presId="urn:microsoft.com/office/officeart/2018/2/layout/IconCircleList"/>
    <dgm:cxn modelId="{74F06E16-D443-4E97-AF84-45FC3F3E1353}" type="presParOf" srcId="{F629782D-A9D4-406D-867B-A73BC4565DDE}" destId="{19FBD81A-8452-47EA-B2AD-306BE224638B}" srcOrd="1" destOrd="0" presId="urn:microsoft.com/office/officeart/2018/2/layout/IconCircleList"/>
    <dgm:cxn modelId="{4F6C86F2-F63D-41EF-9ED1-9BCA5C078D6A}" type="presParOf" srcId="{F629782D-A9D4-406D-867B-A73BC4565DDE}" destId="{367A85A2-BD8D-4A46-A052-2C663759DC35}" srcOrd="2" destOrd="0" presId="urn:microsoft.com/office/officeart/2018/2/layout/IconCircleList"/>
    <dgm:cxn modelId="{372C4312-2607-4AD5-89FC-8AE37249BA0D}" type="presParOf" srcId="{F629782D-A9D4-406D-867B-A73BC4565DDE}" destId="{E04340D1-E253-4B22-8B8C-1C8BECB16042}" srcOrd="3" destOrd="0" presId="urn:microsoft.com/office/officeart/2018/2/layout/IconCircleList"/>
    <dgm:cxn modelId="{87DFCD52-CFDB-4369-8315-4D2139D439C2}" type="presParOf" srcId="{552C0D41-BB11-4EA9-9190-E88E16716ACD}" destId="{43902E67-367A-4E0E-9A0F-EC03A1181294}" srcOrd="3" destOrd="0" presId="urn:microsoft.com/office/officeart/2018/2/layout/IconCircleList"/>
    <dgm:cxn modelId="{58B521D1-58DB-49BD-B259-B706256A962D}" type="presParOf" srcId="{552C0D41-BB11-4EA9-9190-E88E16716ACD}" destId="{82D41E2C-442B-4917-8EB2-8F373F4136BF}" srcOrd="4" destOrd="0" presId="urn:microsoft.com/office/officeart/2018/2/layout/IconCircleList"/>
    <dgm:cxn modelId="{566BF98C-CE47-4087-90F8-59631A7FB35B}" type="presParOf" srcId="{82D41E2C-442B-4917-8EB2-8F373F4136BF}" destId="{31C6C658-4ADD-4CF9-947B-8EC827064C5F}" srcOrd="0" destOrd="0" presId="urn:microsoft.com/office/officeart/2018/2/layout/IconCircleList"/>
    <dgm:cxn modelId="{04A732EE-EE01-45AD-A1AF-63742BE07B8C}" type="presParOf" srcId="{82D41E2C-442B-4917-8EB2-8F373F4136BF}" destId="{DE2451D0-65C8-4894-AFAA-AF58D708FC14}" srcOrd="1" destOrd="0" presId="urn:microsoft.com/office/officeart/2018/2/layout/IconCircleList"/>
    <dgm:cxn modelId="{4ACB7E89-9B90-4ED4-A895-A470AB2CC6B5}" type="presParOf" srcId="{82D41E2C-442B-4917-8EB2-8F373F4136BF}" destId="{8023C747-5F8D-4426-8D6E-4966AC5B89F6}" srcOrd="2" destOrd="0" presId="urn:microsoft.com/office/officeart/2018/2/layout/IconCircleList"/>
    <dgm:cxn modelId="{A57AAA5F-3EC9-4645-B482-E7E1200B6DA3}" type="presParOf" srcId="{82D41E2C-442B-4917-8EB2-8F373F4136BF}" destId="{E75A24BD-8775-4E63-8500-DD942EAD3413}" srcOrd="3" destOrd="0" presId="urn:microsoft.com/office/officeart/2018/2/layout/IconCircleList"/>
    <dgm:cxn modelId="{EFC66696-EED9-43FF-8F47-06416C8097A1}" type="presParOf" srcId="{552C0D41-BB11-4EA9-9190-E88E16716ACD}" destId="{8012D7BD-02EA-4054-BE2F-AA4777A3FD20}" srcOrd="5" destOrd="0" presId="urn:microsoft.com/office/officeart/2018/2/layout/IconCircleList"/>
    <dgm:cxn modelId="{C4B785E1-BA98-4F2A-83F3-AF4C49352E44}" type="presParOf" srcId="{552C0D41-BB11-4EA9-9190-E88E16716ACD}" destId="{B38E3799-3FE4-4FB5-86A6-313FF1F20098}" srcOrd="6" destOrd="0" presId="urn:microsoft.com/office/officeart/2018/2/layout/IconCircleList"/>
    <dgm:cxn modelId="{90325891-8059-4202-B1BA-62D96A3F26C6}" type="presParOf" srcId="{B38E3799-3FE4-4FB5-86A6-313FF1F20098}" destId="{06D2C6F3-2488-42AD-B2E7-36EDDD144B74}" srcOrd="0" destOrd="0" presId="urn:microsoft.com/office/officeart/2018/2/layout/IconCircleList"/>
    <dgm:cxn modelId="{E5D37B0B-BFF7-457D-B507-172F0C94C516}" type="presParOf" srcId="{B38E3799-3FE4-4FB5-86A6-313FF1F20098}" destId="{1D419EFF-94C6-46C9-AFC6-A5A976D2D54E}" srcOrd="1" destOrd="0" presId="urn:microsoft.com/office/officeart/2018/2/layout/IconCircleList"/>
    <dgm:cxn modelId="{8E19E051-488F-4926-AE8A-C2B01A2EB432}" type="presParOf" srcId="{B38E3799-3FE4-4FB5-86A6-313FF1F20098}" destId="{3106C766-7C4D-4603-84CB-83A293F65774}" srcOrd="2" destOrd="0" presId="urn:microsoft.com/office/officeart/2018/2/layout/IconCircleList"/>
    <dgm:cxn modelId="{BB8BB1D0-BFD6-4244-8D99-1E4BA208C4B3}" type="presParOf" srcId="{B38E3799-3FE4-4FB5-86A6-313FF1F20098}" destId="{76BA0536-75EA-417B-9AB2-2515BA6AB822}" srcOrd="3" destOrd="0" presId="urn:microsoft.com/office/officeart/2018/2/layout/IconCircleList"/>
    <dgm:cxn modelId="{7E8B0E26-6A4D-43F9-92EE-614DC14348F5}" type="presParOf" srcId="{552C0D41-BB11-4EA9-9190-E88E16716ACD}" destId="{3184D5F0-64EF-4E45-A7D7-3B5F487C367B}" srcOrd="7" destOrd="0" presId="urn:microsoft.com/office/officeart/2018/2/layout/IconCircleList"/>
    <dgm:cxn modelId="{698944CF-DDEB-4821-85C4-9A78714F549D}" type="presParOf" srcId="{552C0D41-BB11-4EA9-9190-E88E16716ACD}" destId="{A50EC774-8CE1-42D7-9C72-FB71D2A819DC}" srcOrd="8" destOrd="0" presId="urn:microsoft.com/office/officeart/2018/2/layout/IconCircleList"/>
    <dgm:cxn modelId="{6AF6AE53-4D48-4D98-81E4-2EFF4AA046B3}" type="presParOf" srcId="{A50EC774-8CE1-42D7-9C72-FB71D2A819DC}" destId="{0995D414-2E91-4C62-A600-5E8999E6928E}" srcOrd="0" destOrd="0" presId="urn:microsoft.com/office/officeart/2018/2/layout/IconCircleList"/>
    <dgm:cxn modelId="{34BE96D5-CE1D-4CB4-A980-31DBCFB899E4}" type="presParOf" srcId="{A50EC774-8CE1-42D7-9C72-FB71D2A819DC}" destId="{6909EAF3-9585-4173-840B-423BC3C4DCCF}" srcOrd="1" destOrd="0" presId="urn:microsoft.com/office/officeart/2018/2/layout/IconCircleList"/>
    <dgm:cxn modelId="{C818A615-49B7-4EED-ABB3-9C04900D94D9}" type="presParOf" srcId="{A50EC774-8CE1-42D7-9C72-FB71D2A819DC}" destId="{0BB40A3B-92DB-42F2-BF15-24E760FC7AE5}" srcOrd="2" destOrd="0" presId="urn:microsoft.com/office/officeart/2018/2/layout/IconCircleList"/>
    <dgm:cxn modelId="{E0D1CDD3-7182-485A-96E4-794E33095E62}" type="presParOf" srcId="{A50EC774-8CE1-42D7-9C72-FB71D2A819DC}" destId="{ACD92058-D081-4004-9898-BD8864644C71}" srcOrd="3" destOrd="0" presId="urn:microsoft.com/office/officeart/2018/2/layout/IconCircleList"/>
    <dgm:cxn modelId="{86F57643-499C-4A22-B1B9-A7747FF63A19}" type="presParOf" srcId="{552C0D41-BB11-4EA9-9190-E88E16716ACD}" destId="{4DEB6034-070E-4ECD-866B-AA27A81363CC}" srcOrd="9" destOrd="0" presId="urn:microsoft.com/office/officeart/2018/2/layout/IconCircleList"/>
    <dgm:cxn modelId="{DD2D82FC-6A84-45AB-B183-C16547AFD935}" type="presParOf" srcId="{552C0D41-BB11-4EA9-9190-E88E16716ACD}" destId="{82A49134-30FA-43C9-AB89-32E80F613D71}" srcOrd="10" destOrd="0" presId="urn:microsoft.com/office/officeart/2018/2/layout/IconCircleList"/>
    <dgm:cxn modelId="{D764D3DC-26C1-47AB-89F2-3C72FF63955C}" type="presParOf" srcId="{82A49134-30FA-43C9-AB89-32E80F613D71}" destId="{CB36B038-8184-43EF-BC36-B8FB621D4A2A}" srcOrd="0" destOrd="0" presId="urn:microsoft.com/office/officeart/2018/2/layout/IconCircleList"/>
    <dgm:cxn modelId="{B075B335-D251-4A2F-8D5F-994667A086AD}" type="presParOf" srcId="{82A49134-30FA-43C9-AB89-32E80F613D71}" destId="{76A40A8A-4CBA-4EF9-ABB5-E4E486932B93}" srcOrd="1" destOrd="0" presId="urn:microsoft.com/office/officeart/2018/2/layout/IconCircleList"/>
    <dgm:cxn modelId="{9B850CB5-02DB-4A7E-ABA4-8C808D517270}" type="presParOf" srcId="{82A49134-30FA-43C9-AB89-32E80F613D71}" destId="{9CDFE2EE-7C06-4466-BD05-0D5764780837}" srcOrd="2" destOrd="0" presId="urn:microsoft.com/office/officeart/2018/2/layout/IconCircleList"/>
    <dgm:cxn modelId="{AFED2B6D-4507-4C31-8DDD-5576443FFB6E}" type="presParOf" srcId="{82A49134-30FA-43C9-AB89-32E80F613D71}" destId="{32D80834-36F3-4CBD-8944-D8AAD4CB9C4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4E0FA7-069E-4256-89C0-1FE47D713A4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7A789DC-7A6D-4F67-9208-DD1E2905C1D4}">
      <dgm:prSet/>
      <dgm:spPr/>
      <dgm:t>
        <a:bodyPr/>
        <a:lstStyle/>
        <a:p>
          <a:r>
            <a:rPr lang="en-US"/>
            <a:t>Static Application Security Testing</a:t>
          </a:r>
        </a:p>
      </dgm:t>
    </dgm:pt>
    <dgm:pt modelId="{40386F76-27F3-492C-878E-77118161706B}" type="parTrans" cxnId="{091F26A8-008F-41BB-9A39-04E05E5480CF}">
      <dgm:prSet/>
      <dgm:spPr/>
      <dgm:t>
        <a:bodyPr/>
        <a:lstStyle/>
        <a:p>
          <a:endParaRPr lang="en-US"/>
        </a:p>
      </dgm:t>
    </dgm:pt>
    <dgm:pt modelId="{CD99563D-4C4F-4857-9DFD-AA3933DB3CAC}" type="sibTrans" cxnId="{091F26A8-008F-41BB-9A39-04E05E5480CF}">
      <dgm:prSet/>
      <dgm:spPr/>
      <dgm:t>
        <a:bodyPr/>
        <a:lstStyle/>
        <a:p>
          <a:endParaRPr lang="en-US"/>
        </a:p>
      </dgm:t>
    </dgm:pt>
    <dgm:pt modelId="{B2626CE3-8CE8-4821-98FD-392A2E762365}">
      <dgm:prSet/>
      <dgm:spPr/>
      <dgm:t>
        <a:bodyPr/>
        <a:lstStyle/>
        <a:p>
          <a:r>
            <a:rPr lang="en-US"/>
            <a:t>Dynamic Application Security Testing</a:t>
          </a:r>
        </a:p>
      </dgm:t>
    </dgm:pt>
    <dgm:pt modelId="{354962E4-F42F-43E8-8797-DA2251A14E42}" type="parTrans" cxnId="{CC9BBC80-83B6-4173-9F22-F909F392DF52}">
      <dgm:prSet/>
      <dgm:spPr/>
      <dgm:t>
        <a:bodyPr/>
        <a:lstStyle/>
        <a:p>
          <a:endParaRPr lang="en-US"/>
        </a:p>
      </dgm:t>
    </dgm:pt>
    <dgm:pt modelId="{BD859E0E-EE9B-4F74-90DD-C84C8D55DB56}" type="sibTrans" cxnId="{CC9BBC80-83B6-4173-9F22-F909F392DF52}">
      <dgm:prSet/>
      <dgm:spPr/>
      <dgm:t>
        <a:bodyPr/>
        <a:lstStyle/>
        <a:p>
          <a:endParaRPr lang="en-US"/>
        </a:p>
      </dgm:t>
    </dgm:pt>
    <dgm:pt modelId="{551B2B00-C01F-4DF4-B1A5-DFF0B752C9DC}">
      <dgm:prSet/>
      <dgm:spPr/>
      <dgm:t>
        <a:bodyPr/>
        <a:lstStyle/>
        <a:p>
          <a:r>
            <a:rPr lang="en-US"/>
            <a:t>Software Composition Analysis</a:t>
          </a:r>
        </a:p>
      </dgm:t>
    </dgm:pt>
    <dgm:pt modelId="{20EBDD28-0B9B-4041-A70F-50B806BA98CF}" type="parTrans" cxnId="{2C3261B0-EAFD-4A86-AE30-F27758C70198}">
      <dgm:prSet/>
      <dgm:spPr/>
      <dgm:t>
        <a:bodyPr/>
        <a:lstStyle/>
        <a:p>
          <a:endParaRPr lang="en-US"/>
        </a:p>
      </dgm:t>
    </dgm:pt>
    <dgm:pt modelId="{DBE77DE0-9B80-4135-8489-8B4AACEA265F}" type="sibTrans" cxnId="{2C3261B0-EAFD-4A86-AE30-F27758C70198}">
      <dgm:prSet/>
      <dgm:spPr/>
      <dgm:t>
        <a:bodyPr/>
        <a:lstStyle/>
        <a:p>
          <a:endParaRPr lang="en-US"/>
        </a:p>
      </dgm:t>
    </dgm:pt>
    <dgm:pt modelId="{CA7B68FF-14E7-4D5A-B5AA-A1C0A4BE629A}">
      <dgm:prSet/>
      <dgm:spPr/>
      <dgm:t>
        <a:bodyPr/>
        <a:lstStyle/>
        <a:p>
          <a:r>
            <a:rPr lang="en-US"/>
            <a:t>Interactive Application Security Testing</a:t>
          </a:r>
        </a:p>
      </dgm:t>
    </dgm:pt>
    <dgm:pt modelId="{C4CEFAF0-6A95-468A-925B-1CB4724E9FEF}" type="parTrans" cxnId="{9E5E57CE-AD99-4E24-B6F6-D4C6A3EACE50}">
      <dgm:prSet/>
      <dgm:spPr/>
      <dgm:t>
        <a:bodyPr/>
        <a:lstStyle/>
        <a:p>
          <a:endParaRPr lang="en-US"/>
        </a:p>
      </dgm:t>
    </dgm:pt>
    <dgm:pt modelId="{43AB8B30-B71A-4F30-ABB5-CFD39441DC68}" type="sibTrans" cxnId="{9E5E57CE-AD99-4E24-B6F6-D4C6A3EACE50}">
      <dgm:prSet/>
      <dgm:spPr/>
      <dgm:t>
        <a:bodyPr/>
        <a:lstStyle/>
        <a:p>
          <a:endParaRPr lang="en-US"/>
        </a:p>
      </dgm:t>
    </dgm:pt>
    <dgm:pt modelId="{E7274D00-AFA6-4989-8C2C-3335349FCD26}">
      <dgm:prSet/>
      <dgm:spPr/>
      <dgm:t>
        <a:bodyPr/>
        <a:lstStyle/>
        <a:p>
          <a:r>
            <a:rPr lang="en-US"/>
            <a:t>Manual Testing/ penetration Testing</a:t>
          </a:r>
        </a:p>
      </dgm:t>
    </dgm:pt>
    <dgm:pt modelId="{C13862BF-BFCC-4B97-922E-96E536E6985B}" type="parTrans" cxnId="{28DDBE68-4E97-4FD7-8559-B1A71297D12C}">
      <dgm:prSet/>
      <dgm:spPr/>
      <dgm:t>
        <a:bodyPr/>
        <a:lstStyle/>
        <a:p>
          <a:endParaRPr lang="en-US"/>
        </a:p>
      </dgm:t>
    </dgm:pt>
    <dgm:pt modelId="{5F4DC30C-F3E3-413E-A8F2-614832C393DA}" type="sibTrans" cxnId="{28DDBE68-4E97-4FD7-8559-B1A71297D12C}">
      <dgm:prSet/>
      <dgm:spPr/>
      <dgm:t>
        <a:bodyPr/>
        <a:lstStyle/>
        <a:p>
          <a:endParaRPr lang="en-US"/>
        </a:p>
      </dgm:t>
    </dgm:pt>
    <dgm:pt modelId="{58B0C0CB-82ED-442D-8046-6659B1A2FAE4}" type="pres">
      <dgm:prSet presAssocID="{CE4E0FA7-069E-4256-89C0-1FE47D713A44}" presName="linear" presStyleCnt="0">
        <dgm:presLayoutVars>
          <dgm:animLvl val="lvl"/>
          <dgm:resizeHandles val="exact"/>
        </dgm:presLayoutVars>
      </dgm:prSet>
      <dgm:spPr/>
    </dgm:pt>
    <dgm:pt modelId="{B72A432E-09E6-4843-9F14-AE5C53CCABDD}" type="pres">
      <dgm:prSet presAssocID="{57A789DC-7A6D-4F67-9208-DD1E2905C1D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5C93B93-C281-470D-B65D-E37251CCFA86}" type="pres">
      <dgm:prSet presAssocID="{CD99563D-4C4F-4857-9DFD-AA3933DB3CAC}" presName="spacer" presStyleCnt="0"/>
      <dgm:spPr/>
    </dgm:pt>
    <dgm:pt modelId="{768A45E0-5360-49C4-AFF3-67DE00BEEE5D}" type="pres">
      <dgm:prSet presAssocID="{B2626CE3-8CE8-4821-98FD-392A2E76236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02F47C9-A77F-41E3-9BD1-42CF48686D6B}" type="pres">
      <dgm:prSet presAssocID="{BD859E0E-EE9B-4F74-90DD-C84C8D55DB56}" presName="spacer" presStyleCnt="0"/>
      <dgm:spPr/>
    </dgm:pt>
    <dgm:pt modelId="{E44903FC-82A0-4A8D-A61E-3CC02FFE08C2}" type="pres">
      <dgm:prSet presAssocID="{551B2B00-C01F-4DF4-B1A5-DFF0B752C9D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A5F715C-7683-423E-92EF-D51AF9750B9B}" type="pres">
      <dgm:prSet presAssocID="{DBE77DE0-9B80-4135-8489-8B4AACEA265F}" presName="spacer" presStyleCnt="0"/>
      <dgm:spPr/>
    </dgm:pt>
    <dgm:pt modelId="{9F423739-3AF6-46AD-BC07-4F6C03E868AA}" type="pres">
      <dgm:prSet presAssocID="{CA7B68FF-14E7-4D5A-B5AA-A1C0A4BE629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32CA83C-BACE-4A15-976A-82C65058B059}" type="pres">
      <dgm:prSet presAssocID="{43AB8B30-B71A-4F30-ABB5-CFD39441DC68}" presName="spacer" presStyleCnt="0"/>
      <dgm:spPr/>
    </dgm:pt>
    <dgm:pt modelId="{3E7B4FFD-F5C9-40C5-99A7-A7BBF8ABC709}" type="pres">
      <dgm:prSet presAssocID="{E7274D00-AFA6-4989-8C2C-3335349FCD2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F26523F-4F67-4D5E-8812-93B08B407DCA}" type="presOf" srcId="{E7274D00-AFA6-4989-8C2C-3335349FCD26}" destId="{3E7B4FFD-F5C9-40C5-99A7-A7BBF8ABC709}" srcOrd="0" destOrd="0" presId="urn:microsoft.com/office/officeart/2005/8/layout/vList2"/>
    <dgm:cxn modelId="{28DDBE68-4E97-4FD7-8559-B1A71297D12C}" srcId="{CE4E0FA7-069E-4256-89C0-1FE47D713A44}" destId="{E7274D00-AFA6-4989-8C2C-3335349FCD26}" srcOrd="4" destOrd="0" parTransId="{C13862BF-BFCC-4B97-922E-96E536E6985B}" sibTransId="{5F4DC30C-F3E3-413E-A8F2-614832C393DA}"/>
    <dgm:cxn modelId="{29C1C253-8B48-480E-93B8-81CFD13CF084}" type="presOf" srcId="{551B2B00-C01F-4DF4-B1A5-DFF0B752C9DC}" destId="{E44903FC-82A0-4A8D-A61E-3CC02FFE08C2}" srcOrd="0" destOrd="0" presId="urn:microsoft.com/office/officeart/2005/8/layout/vList2"/>
    <dgm:cxn modelId="{DBCFD57D-94BA-47F9-864B-F1B4D5FFF421}" type="presOf" srcId="{CE4E0FA7-069E-4256-89C0-1FE47D713A44}" destId="{58B0C0CB-82ED-442D-8046-6659B1A2FAE4}" srcOrd="0" destOrd="0" presId="urn:microsoft.com/office/officeart/2005/8/layout/vList2"/>
    <dgm:cxn modelId="{F0D2217E-0486-4826-8D1D-7EE88944409C}" type="presOf" srcId="{B2626CE3-8CE8-4821-98FD-392A2E762365}" destId="{768A45E0-5360-49C4-AFF3-67DE00BEEE5D}" srcOrd="0" destOrd="0" presId="urn:microsoft.com/office/officeart/2005/8/layout/vList2"/>
    <dgm:cxn modelId="{CC9BBC80-83B6-4173-9F22-F909F392DF52}" srcId="{CE4E0FA7-069E-4256-89C0-1FE47D713A44}" destId="{B2626CE3-8CE8-4821-98FD-392A2E762365}" srcOrd="1" destOrd="0" parTransId="{354962E4-F42F-43E8-8797-DA2251A14E42}" sibTransId="{BD859E0E-EE9B-4F74-90DD-C84C8D55DB56}"/>
    <dgm:cxn modelId="{38E9AA9B-0D81-4283-9CBB-4FD44EB1E2B1}" type="presOf" srcId="{57A789DC-7A6D-4F67-9208-DD1E2905C1D4}" destId="{B72A432E-09E6-4843-9F14-AE5C53CCABDD}" srcOrd="0" destOrd="0" presId="urn:microsoft.com/office/officeart/2005/8/layout/vList2"/>
    <dgm:cxn modelId="{091F26A8-008F-41BB-9A39-04E05E5480CF}" srcId="{CE4E0FA7-069E-4256-89C0-1FE47D713A44}" destId="{57A789DC-7A6D-4F67-9208-DD1E2905C1D4}" srcOrd="0" destOrd="0" parTransId="{40386F76-27F3-492C-878E-77118161706B}" sibTransId="{CD99563D-4C4F-4857-9DFD-AA3933DB3CAC}"/>
    <dgm:cxn modelId="{2C3261B0-EAFD-4A86-AE30-F27758C70198}" srcId="{CE4E0FA7-069E-4256-89C0-1FE47D713A44}" destId="{551B2B00-C01F-4DF4-B1A5-DFF0B752C9DC}" srcOrd="2" destOrd="0" parTransId="{20EBDD28-0B9B-4041-A70F-50B806BA98CF}" sibTransId="{DBE77DE0-9B80-4135-8489-8B4AACEA265F}"/>
    <dgm:cxn modelId="{9E5E57CE-AD99-4E24-B6F6-D4C6A3EACE50}" srcId="{CE4E0FA7-069E-4256-89C0-1FE47D713A44}" destId="{CA7B68FF-14E7-4D5A-B5AA-A1C0A4BE629A}" srcOrd="3" destOrd="0" parTransId="{C4CEFAF0-6A95-468A-925B-1CB4724E9FEF}" sibTransId="{43AB8B30-B71A-4F30-ABB5-CFD39441DC68}"/>
    <dgm:cxn modelId="{DE9134E2-4801-4DC0-83A6-6AAA02003C1E}" type="presOf" srcId="{CA7B68FF-14E7-4D5A-B5AA-A1C0A4BE629A}" destId="{9F423739-3AF6-46AD-BC07-4F6C03E868AA}" srcOrd="0" destOrd="0" presId="urn:microsoft.com/office/officeart/2005/8/layout/vList2"/>
    <dgm:cxn modelId="{7E6042D9-89AF-42D7-B730-4DCFD53BDE47}" type="presParOf" srcId="{58B0C0CB-82ED-442D-8046-6659B1A2FAE4}" destId="{B72A432E-09E6-4843-9F14-AE5C53CCABDD}" srcOrd="0" destOrd="0" presId="urn:microsoft.com/office/officeart/2005/8/layout/vList2"/>
    <dgm:cxn modelId="{63B70074-0EDF-4569-A667-356108DA8FA5}" type="presParOf" srcId="{58B0C0CB-82ED-442D-8046-6659B1A2FAE4}" destId="{D5C93B93-C281-470D-B65D-E37251CCFA86}" srcOrd="1" destOrd="0" presId="urn:microsoft.com/office/officeart/2005/8/layout/vList2"/>
    <dgm:cxn modelId="{A16062CF-D201-469D-8956-9641BEA94D12}" type="presParOf" srcId="{58B0C0CB-82ED-442D-8046-6659B1A2FAE4}" destId="{768A45E0-5360-49C4-AFF3-67DE00BEEE5D}" srcOrd="2" destOrd="0" presId="urn:microsoft.com/office/officeart/2005/8/layout/vList2"/>
    <dgm:cxn modelId="{5AF9B341-7C3D-47F5-9093-90F1BB97FDFB}" type="presParOf" srcId="{58B0C0CB-82ED-442D-8046-6659B1A2FAE4}" destId="{002F47C9-A77F-41E3-9BD1-42CF48686D6B}" srcOrd="3" destOrd="0" presId="urn:microsoft.com/office/officeart/2005/8/layout/vList2"/>
    <dgm:cxn modelId="{93F927B4-0CC6-4FE5-8036-C8BCDB25D47A}" type="presParOf" srcId="{58B0C0CB-82ED-442D-8046-6659B1A2FAE4}" destId="{E44903FC-82A0-4A8D-A61E-3CC02FFE08C2}" srcOrd="4" destOrd="0" presId="urn:microsoft.com/office/officeart/2005/8/layout/vList2"/>
    <dgm:cxn modelId="{5DAA9A47-7C94-4697-A4C6-5E575AA066E4}" type="presParOf" srcId="{58B0C0CB-82ED-442D-8046-6659B1A2FAE4}" destId="{8A5F715C-7683-423E-92EF-D51AF9750B9B}" srcOrd="5" destOrd="0" presId="urn:microsoft.com/office/officeart/2005/8/layout/vList2"/>
    <dgm:cxn modelId="{DDD85362-88AE-4BB1-A84E-D4AB5B3F7039}" type="presParOf" srcId="{58B0C0CB-82ED-442D-8046-6659B1A2FAE4}" destId="{9F423739-3AF6-46AD-BC07-4F6C03E868AA}" srcOrd="6" destOrd="0" presId="urn:microsoft.com/office/officeart/2005/8/layout/vList2"/>
    <dgm:cxn modelId="{25DD9D45-CF89-440E-894F-8EFAE4B85AED}" type="presParOf" srcId="{58B0C0CB-82ED-442D-8046-6659B1A2FAE4}" destId="{C32CA83C-BACE-4A15-976A-82C65058B059}" srcOrd="7" destOrd="0" presId="urn:microsoft.com/office/officeart/2005/8/layout/vList2"/>
    <dgm:cxn modelId="{FE3F10A2-7310-4438-A035-DED4FB5813CE}" type="presParOf" srcId="{58B0C0CB-82ED-442D-8046-6659B1A2FAE4}" destId="{3E7B4FFD-F5C9-40C5-99A7-A7BBF8ABC70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437D5F-DFBE-4CD6-96AE-EE6F6F866A8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9F70099-6ABE-4C22-84F9-31B652E8040D}">
      <dgm:prSet/>
      <dgm:spPr/>
      <dgm:t>
        <a:bodyPr/>
        <a:lstStyle/>
        <a:p>
          <a:r>
            <a:rPr lang="en-US" b="0" i="0" baseline="0"/>
            <a:t>Identify assets and trust boundaries</a:t>
          </a:r>
          <a:endParaRPr lang="en-US"/>
        </a:p>
      </dgm:t>
    </dgm:pt>
    <dgm:pt modelId="{0DAA176D-27D2-4064-942E-64CF1DAC1130}" type="parTrans" cxnId="{61C72AF5-448F-4E1D-B634-C5F45055755C}">
      <dgm:prSet/>
      <dgm:spPr/>
      <dgm:t>
        <a:bodyPr/>
        <a:lstStyle/>
        <a:p>
          <a:endParaRPr lang="en-US"/>
        </a:p>
      </dgm:t>
    </dgm:pt>
    <dgm:pt modelId="{4D7F6330-FB0A-47F1-B8C9-F34F7377CF92}" type="sibTrans" cxnId="{61C72AF5-448F-4E1D-B634-C5F45055755C}">
      <dgm:prSet/>
      <dgm:spPr/>
      <dgm:t>
        <a:bodyPr/>
        <a:lstStyle/>
        <a:p>
          <a:endParaRPr lang="en-US"/>
        </a:p>
      </dgm:t>
    </dgm:pt>
    <dgm:pt modelId="{A2DCB4F0-EFB1-42AF-A1BF-4E0A3EAE7E06}">
      <dgm:prSet/>
      <dgm:spPr/>
      <dgm:t>
        <a:bodyPr/>
        <a:lstStyle/>
        <a:p>
          <a:r>
            <a:rPr lang="en-US" b="0" i="0" baseline="0"/>
            <a:t>Think like an attacker early</a:t>
          </a:r>
          <a:endParaRPr lang="en-US"/>
        </a:p>
      </dgm:t>
    </dgm:pt>
    <dgm:pt modelId="{D073CF87-82DC-4F2E-BC65-E2E6E1F19092}" type="parTrans" cxnId="{50828B45-6A62-41CC-9B28-D74EDE098C7D}">
      <dgm:prSet/>
      <dgm:spPr/>
      <dgm:t>
        <a:bodyPr/>
        <a:lstStyle/>
        <a:p>
          <a:endParaRPr lang="en-US"/>
        </a:p>
      </dgm:t>
    </dgm:pt>
    <dgm:pt modelId="{C2A61265-61E1-48DF-861C-9D912A7793FB}" type="sibTrans" cxnId="{50828B45-6A62-41CC-9B28-D74EDE098C7D}">
      <dgm:prSet/>
      <dgm:spPr/>
      <dgm:t>
        <a:bodyPr/>
        <a:lstStyle/>
        <a:p>
          <a:endParaRPr lang="en-US"/>
        </a:p>
      </dgm:t>
    </dgm:pt>
    <dgm:pt modelId="{E0FCD1DC-33D7-4FCD-BAB0-EBDD2689EEA9}">
      <dgm:prSet/>
      <dgm:spPr/>
      <dgm:t>
        <a:bodyPr/>
        <a:lstStyle/>
        <a:p>
          <a:r>
            <a:rPr lang="en-US" b="0" i="0" baseline="0"/>
            <a:t>Catch architectural flaws before code exists</a:t>
          </a:r>
          <a:endParaRPr lang="en-US"/>
        </a:p>
      </dgm:t>
    </dgm:pt>
    <dgm:pt modelId="{23288719-3B96-4B95-A9DC-5CF2E3C169AD}" type="parTrans" cxnId="{7ACA762B-907C-48FC-A156-1A1F4F5A4C90}">
      <dgm:prSet/>
      <dgm:spPr/>
      <dgm:t>
        <a:bodyPr/>
        <a:lstStyle/>
        <a:p>
          <a:endParaRPr lang="en-US"/>
        </a:p>
      </dgm:t>
    </dgm:pt>
    <dgm:pt modelId="{9FBBEA65-59CC-48AC-A244-950ADB995785}" type="sibTrans" cxnId="{7ACA762B-907C-48FC-A156-1A1F4F5A4C90}">
      <dgm:prSet/>
      <dgm:spPr/>
      <dgm:t>
        <a:bodyPr/>
        <a:lstStyle/>
        <a:p>
          <a:endParaRPr lang="en-US"/>
        </a:p>
      </dgm:t>
    </dgm:pt>
    <dgm:pt modelId="{8703A164-DCD3-4EB6-92AF-506F98839797}">
      <dgm:prSet/>
      <dgm:spPr/>
      <dgm:t>
        <a:bodyPr/>
        <a:lstStyle/>
        <a:p>
          <a:r>
            <a:rPr lang="en-US" b="0" i="0" baseline="0"/>
            <a:t>Tools compensate for missing threat models</a:t>
          </a:r>
          <a:endParaRPr lang="en-US"/>
        </a:p>
      </dgm:t>
    </dgm:pt>
    <dgm:pt modelId="{25667D50-3188-48B8-B930-D5B6F90CEF29}" type="parTrans" cxnId="{3B2E7D8A-A9B5-4759-AA7B-2A559A63CE49}">
      <dgm:prSet/>
      <dgm:spPr/>
      <dgm:t>
        <a:bodyPr/>
        <a:lstStyle/>
        <a:p>
          <a:endParaRPr lang="en-US"/>
        </a:p>
      </dgm:t>
    </dgm:pt>
    <dgm:pt modelId="{D85F98AC-CE37-4364-8F4C-37316AF09D1F}" type="sibTrans" cxnId="{3B2E7D8A-A9B5-4759-AA7B-2A559A63CE49}">
      <dgm:prSet/>
      <dgm:spPr/>
      <dgm:t>
        <a:bodyPr/>
        <a:lstStyle/>
        <a:p>
          <a:endParaRPr lang="en-US"/>
        </a:p>
      </dgm:t>
    </dgm:pt>
    <dgm:pt modelId="{E30DF0E2-2DD5-4CEA-A52C-731643CDC347}" type="pres">
      <dgm:prSet presAssocID="{B8437D5F-DFBE-4CD6-96AE-EE6F6F866A8C}" presName="outerComposite" presStyleCnt="0">
        <dgm:presLayoutVars>
          <dgm:chMax val="5"/>
          <dgm:dir/>
          <dgm:resizeHandles val="exact"/>
        </dgm:presLayoutVars>
      </dgm:prSet>
      <dgm:spPr/>
    </dgm:pt>
    <dgm:pt modelId="{4F79927F-0771-4D33-83AE-291FF6E6B1D5}" type="pres">
      <dgm:prSet presAssocID="{B8437D5F-DFBE-4CD6-96AE-EE6F6F866A8C}" presName="dummyMaxCanvas" presStyleCnt="0">
        <dgm:presLayoutVars/>
      </dgm:prSet>
      <dgm:spPr/>
    </dgm:pt>
    <dgm:pt modelId="{65AF02DB-0C5D-416C-88F0-0FC249524E2D}" type="pres">
      <dgm:prSet presAssocID="{B8437D5F-DFBE-4CD6-96AE-EE6F6F866A8C}" presName="FourNodes_1" presStyleLbl="node1" presStyleIdx="0" presStyleCnt="4">
        <dgm:presLayoutVars>
          <dgm:bulletEnabled val="1"/>
        </dgm:presLayoutVars>
      </dgm:prSet>
      <dgm:spPr/>
    </dgm:pt>
    <dgm:pt modelId="{7CE6F331-FA24-4F7A-8A51-A90D6D10A37F}" type="pres">
      <dgm:prSet presAssocID="{B8437D5F-DFBE-4CD6-96AE-EE6F6F866A8C}" presName="FourNodes_2" presStyleLbl="node1" presStyleIdx="1" presStyleCnt="4">
        <dgm:presLayoutVars>
          <dgm:bulletEnabled val="1"/>
        </dgm:presLayoutVars>
      </dgm:prSet>
      <dgm:spPr/>
    </dgm:pt>
    <dgm:pt modelId="{BCC1A541-0AEA-41BD-8E68-3A8B89716DC6}" type="pres">
      <dgm:prSet presAssocID="{B8437D5F-DFBE-4CD6-96AE-EE6F6F866A8C}" presName="FourNodes_3" presStyleLbl="node1" presStyleIdx="2" presStyleCnt="4">
        <dgm:presLayoutVars>
          <dgm:bulletEnabled val="1"/>
        </dgm:presLayoutVars>
      </dgm:prSet>
      <dgm:spPr/>
    </dgm:pt>
    <dgm:pt modelId="{5E5FC1C0-6F2A-4FB4-8E97-DAC4530B36DC}" type="pres">
      <dgm:prSet presAssocID="{B8437D5F-DFBE-4CD6-96AE-EE6F6F866A8C}" presName="FourNodes_4" presStyleLbl="node1" presStyleIdx="3" presStyleCnt="4">
        <dgm:presLayoutVars>
          <dgm:bulletEnabled val="1"/>
        </dgm:presLayoutVars>
      </dgm:prSet>
      <dgm:spPr/>
    </dgm:pt>
    <dgm:pt modelId="{9A65C58D-5890-4FD6-B2BD-AE18CFF9DE0C}" type="pres">
      <dgm:prSet presAssocID="{B8437D5F-DFBE-4CD6-96AE-EE6F6F866A8C}" presName="FourConn_1-2" presStyleLbl="fgAccFollowNode1" presStyleIdx="0" presStyleCnt="3">
        <dgm:presLayoutVars>
          <dgm:bulletEnabled val="1"/>
        </dgm:presLayoutVars>
      </dgm:prSet>
      <dgm:spPr/>
    </dgm:pt>
    <dgm:pt modelId="{FE3E7B9C-E7A1-4959-A6B0-E2E2E8F813BA}" type="pres">
      <dgm:prSet presAssocID="{B8437D5F-DFBE-4CD6-96AE-EE6F6F866A8C}" presName="FourConn_2-3" presStyleLbl="fgAccFollowNode1" presStyleIdx="1" presStyleCnt="3">
        <dgm:presLayoutVars>
          <dgm:bulletEnabled val="1"/>
        </dgm:presLayoutVars>
      </dgm:prSet>
      <dgm:spPr/>
    </dgm:pt>
    <dgm:pt modelId="{839A3A3A-E7F5-485A-8E21-5F28D7F811A3}" type="pres">
      <dgm:prSet presAssocID="{B8437D5F-DFBE-4CD6-96AE-EE6F6F866A8C}" presName="FourConn_3-4" presStyleLbl="fgAccFollowNode1" presStyleIdx="2" presStyleCnt="3">
        <dgm:presLayoutVars>
          <dgm:bulletEnabled val="1"/>
        </dgm:presLayoutVars>
      </dgm:prSet>
      <dgm:spPr/>
    </dgm:pt>
    <dgm:pt modelId="{810D9FEC-340F-43D8-84AA-E50AC731D751}" type="pres">
      <dgm:prSet presAssocID="{B8437D5F-DFBE-4CD6-96AE-EE6F6F866A8C}" presName="FourNodes_1_text" presStyleLbl="node1" presStyleIdx="3" presStyleCnt="4">
        <dgm:presLayoutVars>
          <dgm:bulletEnabled val="1"/>
        </dgm:presLayoutVars>
      </dgm:prSet>
      <dgm:spPr/>
    </dgm:pt>
    <dgm:pt modelId="{BE4F4E5D-4B38-4942-838A-ACEEE8ABBAE6}" type="pres">
      <dgm:prSet presAssocID="{B8437D5F-DFBE-4CD6-96AE-EE6F6F866A8C}" presName="FourNodes_2_text" presStyleLbl="node1" presStyleIdx="3" presStyleCnt="4">
        <dgm:presLayoutVars>
          <dgm:bulletEnabled val="1"/>
        </dgm:presLayoutVars>
      </dgm:prSet>
      <dgm:spPr/>
    </dgm:pt>
    <dgm:pt modelId="{1907D743-B073-4B30-89B5-4D0FF2E929CA}" type="pres">
      <dgm:prSet presAssocID="{B8437D5F-DFBE-4CD6-96AE-EE6F6F866A8C}" presName="FourNodes_3_text" presStyleLbl="node1" presStyleIdx="3" presStyleCnt="4">
        <dgm:presLayoutVars>
          <dgm:bulletEnabled val="1"/>
        </dgm:presLayoutVars>
      </dgm:prSet>
      <dgm:spPr/>
    </dgm:pt>
    <dgm:pt modelId="{2EAC2649-3768-45F0-95D8-D3E91B056C9A}" type="pres">
      <dgm:prSet presAssocID="{B8437D5F-DFBE-4CD6-96AE-EE6F6F866A8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80A1F17-5C20-40FA-A6F9-BC74C090CF15}" type="presOf" srcId="{4D7F6330-FB0A-47F1-B8C9-F34F7377CF92}" destId="{9A65C58D-5890-4FD6-B2BD-AE18CFF9DE0C}" srcOrd="0" destOrd="0" presId="urn:microsoft.com/office/officeart/2005/8/layout/vProcess5"/>
    <dgm:cxn modelId="{7ACA762B-907C-48FC-A156-1A1F4F5A4C90}" srcId="{B8437D5F-DFBE-4CD6-96AE-EE6F6F866A8C}" destId="{E0FCD1DC-33D7-4FCD-BAB0-EBDD2689EEA9}" srcOrd="2" destOrd="0" parTransId="{23288719-3B96-4B95-A9DC-5CF2E3C169AD}" sibTransId="{9FBBEA65-59CC-48AC-A244-950ADB995785}"/>
    <dgm:cxn modelId="{1FD4115B-1643-4858-8911-815B56B96D45}" type="presOf" srcId="{E0FCD1DC-33D7-4FCD-BAB0-EBDD2689EEA9}" destId="{1907D743-B073-4B30-89B5-4D0FF2E929CA}" srcOrd="1" destOrd="0" presId="urn:microsoft.com/office/officeart/2005/8/layout/vProcess5"/>
    <dgm:cxn modelId="{D1C0275F-6BB3-46E2-BBF1-883594C2E9B8}" type="presOf" srcId="{E9F70099-6ABE-4C22-84F9-31B652E8040D}" destId="{65AF02DB-0C5D-416C-88F0-0FC249524E2D}" srcOrd="0" destOrd="0" presId="urn:microsoft.com/office/officeart/2005/8/layout/vProcess5"/>
    <dgm:cxn modelId="{3C434344-A4A2-449B-82C6-807E789E3703}" type="presOf" srcId="{8703A164-DCD3-4EB6-92AF-506F98839797}" destId="{5E5FC1C0-6F2A-4FB4-8E97-DAC4530B36DC}" srcOrd="0" destOrd="0" presId="urn:microsoft.com/office/officeart/2005/8/layout/vProcess5"/>
    <dgm:cxn modelId="{50828B45-6A62-41CC-9B28-D74EDE098C7D}" srcId="{B8437D5F-DFBE-4CD6-96AE-EE6F6F866A8C}" destId="{A2DCB4F0-EFB1-42AF-A1BF-4E0A3EAE7E06}" srcOrd="1" destOrd="0" parTransId="{D073CF87-82DC-4F2E-BC65-E2E6E1F19092}" sibTransId="{C2A61265-61E1-48DF-861C-9D912A7793FB}"/>
    <dgm:cxn modelId="{D2527266-B9CD-4107-AF54-382F4CCD77ED}" type="presOf" srcId="{A2DCB4F0-EFB1-42AF-A1BF-4E0A3EAE7E06}" destId="{7CE6F331-FA24-4F7A-8A51-A90D6D10A37F}" srcOrd="0" destOrd="0" presId="urn:microsoft.com/office/officeart/2005/8/layout/vProcess5"/>
    <dgm:cxn modelId="{6A7BC574-9087-4EC5-AA7B-4446AB976EA1}" type="presOf" srcId="{E0FCD1DC-33D7-4FCD-BAB0-EBDD2689EEA9}" destId="{BCC1A541-0AEA-41BD-8E68-3A8B89716DC6}" srcOrd="0" destOrd="0" presId="urn:microsoft.com/office/officeart/2005/8/layout/vProcess5"/>
    <dgm:cxn modelId="{D0B8877A-6E43-4124-90B8-4F41AA3D60B5}" type="presOf" srcId="{B8437D5F-DFBE-4CD6-96AE-EE6F6F866A8C}" destId="{E30DF0E2-2DD5-4CEA-A52C-731643CDC347}" srcOrd="0" destOrd="0" presId="urn:microsoft.com/office/officeart/2005/8/layout/vProcess5"/>
    <dgm:cxn modelId="{3B2E7D8A-A9B5-4759-AA7B-2A559A63CE49}" srcId="{B8437D5F-DFBE-4CD6-96AE-EE6F6F866A8C}" destId="{8703A164-DCD3-4EB6-92AF-506F98839797}" srcOrd="3" destOrd="0" parTransId="{25667D50-3188-48B8-B930-D5B6F90CEF29}" sibTransId="{D85F98AC-CE37-4364-8F4C-37316AF09D1F}"/>
    <dgm:cxn modelId="{7851F18A-45E3-4EB6-9574-84452751BC47}" type="presOf" srcId="{A2DCB4F0-EFB1-42AF-A1BF-4E0A3EAE7E06}" destId="{BE4F4E5D-4B38-4942-838A-ACEEE8ABBAE6}" srcOrd="1" destOrd="0" presId="urn:microsoft.com/office/officeart/2005/8/layout/vProcess5"/>
    <dgm:cxn modelId="{47E36ED7-95FF-47EE-BBE5-BC1C306DADF0}" type="presOf" srcId="{E9F70099-6ABE-4C22-84F9-31B652E8040D}" destId="{810D9FEC-340F-43D8-84AA-E50AC731D751}" srcOrd="1" destOrd="0" presId="urn:microsoft.com/office/officeart/2005/8/layout/vProcess5"/>
    <dgm:cxn modelId="{52EEFCE2-94EE-4A5E-B39F-748374A8ECFF}" type="presOf" srcId="{8703A164-DCD3-4EB6-92AF-506F98839797}" destId="{2EAC2649-3768-45F0-95D8-D3E91B056C9A}" srcOrd="1" destOrd="0" presId="urn:microsoft.com/office/officeart/2005/8/layout/vProcess5"/>
    <dgm:cxn modelId="{32661DE3-A685-48E5-8D2F-D506BE9BAA88}" type="presOf" srcId="{9FBBEA65-59CC-48AC-A244-950ADB995785}" destId="{839A3A3A-E7F5-485A-8E21-5F28D7F811A3}" srcOrd="0" destOrd="0" presId="urn:microsoft.com/office/officeart/2005/8/layout/vProcess5"/>
    <dgm:cxn modelId="{61C72AF5-448F-4E1D-B634-C5F45055755C}" srcId="{B8437D5F-DFBE-4CD6-96AE-EE6F6F866A8C}" destId="{E9F70099-6ABE-4C22-84F9-31B652E8040D}" srcOrd="0" destOrd="0" parTransId="{0DAA176D-27D2-4064-942E-64CF1DAC1130}" sibTransId="{4D7F6330-FB0A-47F1-B8C9-F34F7377CF92}"/>
    <dgm:cxn modelId="{3879FAF6-99AE-44A6-9FE4-75A3CF844D61}" type="presOf" srcId="{C2A61265-61E1-48DF-861C-9D912A7793FB}" destId="{FE3E7B9C-E7A1-4959-A6B0-E2E2E8F813BA}" srcOrd="0" destOrd="0" presId="urn:microsoft.com/office/officeart/2005/8/layout/vProcess5"/>
    <dgm:cxn modelId="{3386F789-0BB5-4D1C-9F85-707377E7ADB1}" type="presParOf" srcId="{E30DF0E2-2DD5-4CEA-A52C-731643CDC347}" destId="{4F79927F-0771-4D33-83AE-291FF6E6B1D5}" srcOrd="0" destOrd="0" presId="urn:microsoft.com/office/officeart/2005/8/layout/vProcess5"/>
    <dgm:cxn modelId="{10F11333-CF20-412C-B0BC-83DE1F9BCC39}" type="presParOf" srcId="{E30DF0E2-2DD5-4CEA-A52C-731643CDC347}" destId="{65AF02DB-0C5D-416C-88F0-0FC249524E2D}" srcOrd="1" destOrd="0" presId="urn:microsoft.com/office/officeart/2005/8/layout/vProcess5"/>
    <dgm:cxn modelId="{F1D58591-A055-41E7-A635-FD85D13EFC9B}" type="presParOf" srcId="{E30DF0E2-2DD5-4CEA-A52C-731643CDC347}" destId="{7CE6F331-FA24-4F7A-8A51-A90D6D10A37F}" srcOrd="2" destOrd="0" presId="urn:microsoft.com/office/officeart/2005/8/layout/vProcess5"/>
    <dgm:cxn modelId="{C09BA75C-3530-4EDD-A771-07275D6B4C8C}" type="presParOf" srcId="{E30DF0E2-2DD5-4CEA-A52C-731643CDC347}" destId="{BCC1A541-0AEA-41BD-8E68-3A8B89716DC6}" srcOrd="3" destOrd="0" presId="urn:microsoft.com/office/officeart/2005/8/layout/vProcess5"/>
    <dgm:cxn modelId="{5A586321-5FE9-4316-9DA3-8229DB6038E4}" type="presParOf" srcId="{E30DF0E2-2DD5-4CEA-A52C-731643CDC347}" destId="{5E5FC1C0-6F2A-4FB4-8E97-DAC4530B36DC}" srcOrd="4" destOrd="0" presId="urn:microsoft.com/office/officeart/2005/8/layout/vProcess5"/>
    <dgm:cxn modelId="{D52F43AF-EC8B-4A9A-867D-F6D4D3E051D1}" type="presParOf" srcId="{E30DF0E2-2DD5-4CEA-A52C-731643CDC347}" destId="{9A65C58D-5890-4FD6-B2BD-AE18CFF9DE0C}" srcOrd="5" destOrd="0" presId="urn:microsoft.com/office/officeart/2005/8/layout/vProcess5"/>
    <dgm:cxn modelId="{BE2DCEF1-7892-46C6-AF97-8CEB441CA5FC}" type="presParOf" srcId="{E30DF0E2-2DD5-4CEA-A52C-731643CDC347}" destId="{FE3E7B9C-E7A1-4959-A6B0-E2E2E8F813BA}" srcOrd="6" destOrd="0" presId="urn:microsoft.com/office/officeart/2005/8/layout/vProcess5"/>
    <dgm:cxn modelId="{A59B148B-198A-44B4-AE32-EA8DE0530A14}" type="presParOf" srcId="{E30DF0E2-2DD5-4CEA-A52C-731643CDC347}" destId="{839A3A3A-E7F5-485A-8E21-5F28D7F811A3}" srcOrd="7" destOrd="0" presId="urn:microsoft.com/office/officeart/2005/8/layout/vProcess5"/>
    <dgm:cxn modelId="{3E5EEAB5-8A4F-4D8D-AD16-8714EE1CB094}" type="presParOf" srcId="{E30DF0E2-2DD5-4CEA-A52C-731643CDC347}" destId="{810D9FEC-340F-43D8-84AA-E50AC731D751}" srcOrd="8" destOrd="0" presId="urn:microsoft.com/office/officeart/2005/8/layout/vProcess5"/>
    <dgm:cxn modelId="{814AB406-E14E-40CD-B04D-95DAFEB6CF11}" type="presParOf" srcId="{E30DF0E2-2DD5-4CEA-A52C-731643CDC347}" destId="{BE4F4E5D-4B38-4942-838A-ACEEE8ABBAE6}" srcOrd="9" destOrd="0" presId="urn:microsoft.com/office/officeart/2005/8/layout/vProcess5"/>
    <dgm:cxn modelId="{0DBFFA27-E76C-487A-87D0-D0DA19167CB9}" type="presParOf" srcId="{E30DF0E2-2DD5-4CEA-A52C-731643CDC347}" destId="{1907D743-B073-4B30-89B5-4D0FF2E929CA}" srcOrd="10" destOrd="0" presId="urn:microsoft.com/office/officeart/2005/8/layout/vProcess5"/>
    <dgm:cxn modelId="{DF2762F0-B834-4036-BF52-367DFF758DE8}" type="presParOf" srcId="{E30DF0E2-2DD5-4CEA-A52C-731643CDC347}" destId="{2EAC2649-3768-45F0-95D8-D3E91B056C9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6968861-3B27-42A0-AFF4-E6648DD2AC2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7F51E47-DFF6-42D2-B145-99075CD94E79}">
      <dgm:prSet/>
      <dgm:spPr/>
      <dgm:t>
        <a:bodyPr/>
        <a:lstStyle/>
        <a:p>
          <a:pPr>
            <a:defRPr cap="all"/>
          </a:pPr>
          <a:r>
            <a:rPr lang="en-US" b="0" i="0" baseline="0"/>
            <a:t>Reduce actual business risk</a:t>
          </a:r>
          <a:endParaRPr lang="en-US"/>
        </a:p>
      </dgm:t>
    </dgm:pt>
    <dgm:pt modelId="{0DD7B793-D196-461A-BA87-26418BFA29F6}" type="parTrans" cxnId="{375975FE-0B46-4068-8C15-68F396D5CBE2}">
      <dgm:prSet/>
      <dgm:spPr/>
      <dgm:t>
        <a:bodyPr/>
        <a:lstStyle/>
        <a:p>
          <a:endParaRPr lang="en-US"/>
        </a:p>
      </dgm:t>
    </dgm:pt>
    <dgm:pt modelId="{4C46E0B2-FAC6-47AB-B925-A11CAA722585}" type="sibTrans" cxnId="{375975FE-0B46-4068-8C15-68F396D5CBE2}">
      <dgm:prSet/>
      <dgm:spPr/>
      <dgm:t>
        <a:bodyPr/>
        <a:lstStyle/>
        <a:p>
          <a:endParaRPr lang="en-US"/>
        </a:p>
      </dgm:t>
    </dgm:pt>
    <dgm:pt modelId="{8259713F-D9E9-470A-8F3D-856AA3FEDC9A}">
      <dgm:prSet/>
      <dgm:spPr/>
      <dgm:t>
        <a:bodyPr/>
        <a:lstStyle/>
        <a:p>
          <a:pPr>
            <a:defRPr cap="all"/>
          </a:pPr>
          <a:r>
            <a:rPr lang="en-US" b="0" i="0" baseline="0"/>
            <a:t>Enable teams to ship safely</a:t>
          </a:r>
          <a:endParaRPr lang="en-US"/>
        </a:p>
      </dgm:t>
    </dgm:pt>
    <dgm:pt modelId="{0CEC4622-E3D5-46A4-B5CA-81C61C2D6775}" type="parTrans" cxnId="{785F45A9-7F46-4A7C-B57A-72917105AC86}">
      <dgm:prSet/>
      <dgm:spPr/>
      <dgm:t>
        <a:bodyPr/>
        <a:lstStyle/>
        <a:p>
          <a:endParaRPr lang="en-US"/>
        </a:p>
      </dgm:t>
    </dgm:pt>
    <dgm:pt modelId="{0BDD215F-73A0-49E2-95C7-B161113BB22E}" type="sibTrans" cxnId="{785F45A9-7F46-4A7C-B57A-72917105AC86}">
      <dgm:prSet/>
      <dgm:spPr/>
      <dgm:t>
        <a:bodyPr/>
        <a:lstStyle/>
        <a:p>
          <a:endParaRPr lang="en-US"/>
        </a:p>
      </dgm:t>
    </dgm:pt>
    <dgm:pt modelId="{6BCA5402-C0DF-4FC1-8BB5-F89224214A4E}">
      <dgm:prSet/>
      <dgm:spPr/>
      <dgm:t>
        <a:bodyPr/>
        <a:lstStyle/>
        <a:p>
          <a:pPr>
            <a:defRPr cap="all"/>
          </a:pPr>
          <a:r>
            <a:rPr lang="en-US" b="0" i="0" baseline="0"/>
            <a:t>Prevent repeat vulnerability patterns</a:t>
          </a:r>
          <a:endParaRPr lang="en-US"/>
        </a:p>
      </dgm:t>
    </dgm:pt>
    <dgm:pt modelId="{815CD818-1C28-4135-9F66-EF06E1BBF14B}" type="parTrans" cxnId="{A0AB6A7F-146A-427A-9737-33B8C8C5C7D2}">
      <dgm:prSet/>
      <dgm:spPr/>
      <dgm:t>
        <a:bodyPr/>
        <a:lstStyle/>
        <a:p>
          <a:endParaRPr lang="en-US"/>
        </a:p>
      </dgm:t>
    </dgm:pt>
    <dgm:pt modelId="{630BAF09-27E8-4D61-A01B-7B7DB919DEE0}" type="sibTrans" cxnId="{A0AB6A7F-146A-427A-9737-33B8C8C5C7D2}">
      <dgm:prSet/>
      <dgm:spPr/>
      <dgm:t>
        <a:bodyPr/>
        <a:lstStyle/>
        <a:p>
          <a:endParaRPr lang="en-US"/>
        </a:p>
      </dgm:t>
    </dgm:pt>
    <dgm:pt modelId="{813EA264-41E8-488B-9836-30D7D47DB7BF}">
      <dgm:prSet/>
      <dgm:spPr/>
      <dgm:t>
        <a:bodyPr/>
        <a:lstStyle/>
        <a:p>
          <a:pPr>
            <a:defRPr cap="all"/>
          </a:pPr>
          <a:r>
            <a:rPr lang="en-US" b="0" i="0" baseline="0"/>
            <a:t>Build security into engineering culture</a:t>
          </a:r>
          <a:endParaRPr lang="en-US"/>
        </a:p>
      </dgm:t>
    </dgm:pt>
    <dgm:pt modelId="{01CC4247-E7EC-491F-B999-C4B5FF9404EC}" type="parTrans" cxnId="{8C46201A-63FD-43B3-9234-5A31EB787EEC}">
      <dgm:prSet/>
      <dgm:spPr/>
      <dgm:t>
        <a:bodyPr/>
        <a:lstStyle/>
        <a:p>
          <a:endParaRPr lang="en-US"/>
        </a:p>
      </dgm:t>
    </dgm:pt>
    <dgm:pt modelId="{C5F41BD7-41B9-4900-9C53-F9BDAB76B8D8}" type="sibTrans" cxnId="{8C46201A-63FD-43B3-9234-5A31EB787EEC}">
      <dgm:prSet/>
      <dgm:spPr/>
      <dgm:t>
        <a:bodyPr/>
        <a:lstStyle/>
        <a:p>
          <a:endParaRPr lang="en-US"/>
        </a:p>
      </dgm:t>
    </dgm:pt>
    <dgm:pt modelId="{69266808-A54B-40F8-AFD6-4865044D7858}">
      <dgm:prSet/>
      <dgm:spPr/>
      <dgm:t>
        <a:bodyPr/>
        <a:lstStyle/>
        <a:p>
          <a:pPr>
            <a:defRPr cap="all"/>
          </a:pPr>
          <a:r>
            <a:rPr lang="en-US" b="0" i="0" baseline="0"/>
            <a:t>Earn trust, not enforce fear</a:t>
          </a:r>
          <a:endParaRPr lang="en-US"/>
        </a:p>
      </dgm:t>
    </dgm:pt>
    <dgm:pt modelId="{FD834023-F3FA-4594-9AE7-FF1CCBBB92D8}" type="parTrans" cxnId="{54957128-12C7-4E36-9D59-7DBB4FECAF96}">
      <dgm:prSet/>
      <dgm:spPr/>
      <dgm:t>
        <a:bodyPr/>
        <a:lstStyle/>
        <a:p>
          <a:endParaRPr lang="en-US"/>
        </a:p>
      </dgm:t>
    </dgm:pt>
    <dgm:pt modelId="{2CAC5B7B-1AD4-4701-8049-5C66FD57B914}" type="sibTrans" cxnId="{54957128-12C7-4E36-9D59-7DBB4FECAF96}">
      <dgm:prSet/>
      <dgm:spPr/>
      <dgm:t>
        <a:bodyPr/>
        <a:lstStyle/>
        <a:p>
          <a:endParaRPr lang="en-US"/>
        </a:p>
      </dgm:t>
    </dgm:pt>
    <dgm:pt modelId="{B90D3274-DCE4-4115-9D00-7B84097A8ADC}" type="pres">
      <dgm:prSet presAssocID="{C6968861-3B27-42A0-AFF4-E6648DD2AC2B}" presName="root" presStyleCnt="0">
        <dgm:presLayoutVars>
          <dgm:dir/>
          <dgm:resizeHandles val="exact"/>
        </dgm:presLayoutVars>
      </dgm:prSet>
      <dgm:spPr/>
    </dgm:pt>
    <dgm:pt modelId="{18FE5132-5F0D-43C3-B900-0C584D1C9158}" type="pres">
      <dgm:prSet presAssocID="{B7F51E47-DFF6-42D2-B145-99075CD94E79}" presName="compNode" presStyleCnt="0"/>
      <dgm:spPr/>
    </dgm:pt>
    <dgm:pt modelId="{0D9E6334-9475-46F0-8F03-7D7268F53682}" type="pres">
      <dgm:prSet presAssocID="{B7F51E47-DFF6-42D2-B145-99075CD94E79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077F2FA-3664-40F7-9846-F338016F45A0}" type="pres">
      <dgm:prSet presAssocID="{B7F51E47-DFF6-42D2-B145-99075CD94E7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610005A-3B43-40D4-A318-3856F9C7A5C8}" type="pres">
      <dgm:prSet presAssocID="{B7F51E47-DFF6-42D2-B145-99075CD94E79}" presName="spaceRect" presStyleCnt="0"/>
      <dgm:spPr/>
    </dgm:pt>
    <dgm:pt modelId="{0F682AA2-D073-4D9C-A88E-F77E1F3703C4}" type="pres">
      <dgm:prSet presAssocID="{B7F51E47-DFF6-42D2-B145-99075CD94E79}" presName="textRect" presStyleLbl="revTx" presStyleIdx="0" presStyleCnt="5">
        <dgm:presLayoutVars>
          <dgm:chMax val="1"/>
          <dgm:chPref val="1"/>
        </dgm:presLayoutVars>
      </dgm:prSet>
      <dgm:spPr/>
    </dgm:pt>
    <dgm:pt modelId="{69B71D3B-243F-406A-8DA6-91CA640501FF}" type="pres">
      <dgm:prSet presAssocID="{4C46E0B2-FAC6-47AB-B925-A11CAA722585}" presName="sibTrans" presStyleCnt="0"/>
      <dgm:spPr/>
    </dgm:pt>
    <dgm:pt modelId="{9E4EC021-2576-43FB-B912-055DA234862F}" type="pres">
      <dgm:prSet presAssocID="{8259713F-D9E9-470A-8F3D-856AA3FEDC9A}" presName="compNode" presStyleCnt="0"/>
      <dgm:spPr/>
    </dgm:pt>
    <dgm:pt modelId="{9ADCB119-10CF-42F3-85E3-47358214643E}" type="pres">
      <dgm:prSet presAssocID="{8259713F-D9E9-470A-8F3D-856AA3FEDC9A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DC1D49C-158F-4F14-A863-B21F225EC994}" type="pres">
      <dgm:prSet presAssocID="{8259713F-D9E9-470A-8F3D-856AA3FEDC9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FAD160D-CD52-4BCF-8477-F7B0E4BFC6D0}" type="pres">
      <dgm:prSet presAssocID="{8259713F-D9E9-470A-8F3D-856AA3FEDC9A}" presName="spaceRect" presStyleCnt="0"/>
      <dgm:spPr/>
    </dgm:pt>
    <dgm:pt modelId="{E927954D-B0F2-4667-9D59-2A3B18774A51}" type="pres">
      <dgm:prSet presAssocID="{8259713F-D9E9-470A-8F3D-856AA3FEDC9A}" presName="textRect" presStyleLbl="revTx" presStyleIdx="1" presStyleCnt="5">
        <dgm:presLayoutVars>
          <dgm:chMax val="1"/>
          <dgm:chPref val="1"/>
        </dgm:presLayoutVars>
      </dgm:prSet>
      <dgm:spPr/>
    </dgm:pt>
    <dgm:pt modelId="{B7DEC1C1-5BD8-4E8A-867C-3A95F3F2D8A4}" type="pres">
      <dgm:prSet presAssocID="{0BDD215F-73A0-49E2-95C7-B161113BB22E}" presName="sibTrans" presStyleCnt="0"/>
      <dgm:spPr/>
    </dgm:pt>
    <dgm:pt modelId="{F16CA6C4-EE25-4271-81AB-1AAD117AB24A}" type="pres">
      <dgm:prSet presAssocID="{6BCA5402-C0DF-4FC1-8BB5-F89224214A4E}" presName="compNode" presStyleCnt="0"/>
      <dgm:spPr/>
    </dgm:pt>
    <dgm:pt modelId="{B7FA7089-3803-46D9-89D4-058A5565F449}" type="pres">
      <dgm:prSet presAssocID="{6BCA5402-C0DF-4FC1-8BB5-F89224214A4E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E0B3B55-C819-4AFA-AF75-2138548CFAB4}" type="pres">
      <dgm:prSet presAssocID="{6BCA5402-C0DF-4FC1-8BB5-F89224214A4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1AE6898-F22E-4976-A531-BA5431A5D893}" type="pres">
      <dgm:prSet presAssocID="{6BCA5402-C0DF-4FC1-8BB5-F89224214A4E}" presName="spaceRect" presStyleCnt="0"/>
      <dgm:spPr/>
    </dgm:pt>
    <dgm:pt modelId="{CE61BC44-8E8A-454A-9421-62EDFA6BADF0}" type="pres">
      <dgm:prSet presAssocID="{6BCA5402-C0DF-4FC1-8BB5-F89224214A4E}" presName="textRect" presStyleLbl="revTx" presStyleIdx="2" presStyleCnt="5">
        <dgm:presLayoutVars>
          <dgm:chMax val="1"/>
          <dgm:chPref val="1"/>
        </dgm:presLayoutVars>
      </dgm:prSet>
      <dgm:spPr/>
    </dgm:pt>
    <dgm:pt modelId="{683F478B-30A8-4E09-975E-535358AF61C6}" type="pres">
      <dgm:prSet presAssocID="{630BAF09-27E8-4D61-A01B-7B7DB919DEE0}" presName="sibTrans" presStyleCnt="0"/>
      <dgm:spPr/>
    </dgm:pt>
    <dgm:pt modelId="{B5B77761-3008-4818-A829-CC672E2FD6E3}" type="pres">
      <dgm:prSet presAssocID="{813EA264-41E8-488B-9836-30D7D47DB7BF}" presName="compNode" presStyleCnt="0"/>
      <dgm:spPr/>
    </dgm:pt>
    <dgm:pt modelId="{FF6846DB-14A2-42E3-86E3-AE8B962B1D0A}" type="pres">
      <dgm:prSet presAssocID="{813EA264-41E8-488B-9836-30D7D47DB7BF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C428E3B-A8E4-4AF7-BCC8-F2FFC8C5D9F7}" type="pres">
      <dgm:prSet presAssocID="{813EA264-41E8-488B-9836-30D7D47DB7B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32DA775-C4EA-4641-A34C-488EE1F567BB}" type="pres">
      <dgm:prSet presAssocID="{813EA264-41E8-488B-9836-30D7D47DB7BF}" presName="spaceRect" presStyleCnt="0"/>
      <dgm:spPr/>
    </dgm:pt>
    <dgm:pt modelId="{BF8D025B-93DB-41DD-ABCB-C09D69E6E53A}" type="pres">
      <dgm:prSet presAssocID="{813EA264-41E8-488B-9836-30D7D47DB7BF}" presName="textRect" presStyleLbl="revTx" presStyleIdx="3" presStyleCnt="5">
        <dgm:presLayoutVars>
          <dgm:chMax val="1"/>
          <dgm:chPref val="1"/>
        </dgm:presLayoutVars>
      </dgm:prSet>
      <dgm:spPr/>
    </dgm:pt>
    <dgm:pt modelId="{D8F3FD63-3357-4D78-9F35-6411CD0CA16D}" type="pres">
      <dgm:prSet presAssocID="{C5F41BD7-41B9-4900-9C53-F9BDAB76B8D8}" presName="sibTrans" presStyleCnt="0"/>
      <dgm:spPr/>
    </dgm:pt>
    <dgm:pt modelId="{CFF8649C-91D8-4B0D-B51B-26262FC64E8E}" type="pres">
      <dgm:prSet presAssocID="{69266808-A54B-40F8-AFD6-4865044D7858}" presName="compNode" presStyleCnt="0"/>
      <dgm:spPr/>
    </dgm:pt>
    <dgm:pt modelId="{BD7A671B-6CE8-44D0-B4CF-0F11794E063F}" type="pres">
      <dgm:prSet presAssocID="{69266808-A54B-40F8-AFD6-4865044D7858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D399786-ACC8-46CB-BC49-852A87AC5AC4}" type="pres">
      <dgm:prSet presAssocID="{69266808-A54B-40F8-AFD6-4865044D785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E92A7B9-57BC-4621-A6E5-B272E7BE30D3}" type="pres">
      <dgm:prSet presAssocID="{69266808-A54B-40F8-AFD6-4865044D7858}" presName="spaceRect" presStyleCnt="0"/>
      <dgm:spPr/>
    </dgm:pt>
    <dgm:pt modelId="{6892E301-4A4D-4E33-A4ED-5CB51CBEEC3E}" type="pres">
      <dgm:prSet presAssocID="{69266808-A54B-40F8-AFD6-4865044D785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E10890D-9161-44F2-89DF-8E7FD61CD0FB}" type="presOf" srcId="{813EA264-41E8-488B-9836-30D7D47DB7BF}" destId="{BF8D025B-93DB-41DD-ABCB-C09D69E6E53A}" srcOrd="0" destOrd="0" presId="urn:microsoft.com/office/officeart/2018/5/layout/IconLeafLabelList"/>
    <dgm:cxn modelId="{8C46201A-63FD-43B3-9234-5A31EB787EEC}" srcId="{C6968861-3B27-42A0-AFF4-E6648DD2AC2B}" destId="{813EA264-41E8-488B-9836-30D7D47DB7BF}" srcOrd="3" destOrd="0" parTransId="{01CC4247-E7EC-491F-B999-C4B5FF9404EC}" sibTransId="{C5F41BD7-41B9-4900-9C53-F9BDAB76B8D8}"/>
    <dgm:cxn modelId="{271CE41B-6F72-419E-943B-E39850A46166}" type="presOf" srcId="{C6968861-3B27-42A0-AFF4-E6648DD2AC2B}" destId="{B90D3274-DCE4-4115-9D00-7B84097A8ADC}" srcOrd="0" destOrd="0" presId="urn:microsoft.com/office/officeart/2018/5/layout/IconLeafLabelList"/>
    <dgm:cxn modelId="{ED31C21E-618F-41A5-967B-5066AF5814DA}" type="presOf" srcId="{6BCA5402-C0DF-4FC1-8BB5-F89224214A4E}" destId="{CE61BC44-8E8A-454A-9421-62EDFA6BADF0}" srcOrd="0" destOrd="0" presId="urn:microsoft.com/office/officeart/2018/5/layout/IconLeafLabelList"/>
    <dgm:cxn modelId="{54957128-12C7-4E36-9D59-7DBB4FECAF96}" srcId="{C6968861-3B27-42A0-AFF4-E6648DD2AC2B}" destId="{69266808-A54B-40F8-AFD6-4865044D7858}" srcOrd="4" destOrd="0" parTransId="{FD834023-F3FA-4594-9AE7-FF1CCBBB92D8}" sibTransId="{2CAC5B7B-1AD4-4701-8049-5C66FD57B914}"/>
    <dgm:cxn modelId="{A0AB6A7F-146A-427A-9737-33B8C8C5C7D2}" srcId="{C6968861-3B27-42A0-AFF4-E6648DD2AC2B}" destId="{6BCA5402-C0DF-4FC1-8BB5-F89224214A4E}" srcOrd="2" destOrd="0" parTransId="{815CD818-1C28-4135-9F66-EF06E1BBF14B}" sibTransId="{630BAF09-27E8-4D61-A01B-7B7DB919DEE0}"/>
    <dgm:cxn modelId="{65F65DA6-6C89-49FB-9FAB-E51843DCDB14}" type="presOf" srcId="{8259713F-D9E9-470A-8F3D-856AA3FEDC9A}" destId="{E927954D-B0F2-4667-9D59-2A3B18774A51}" srcOrd="0" destOrd="0" presId="urn:microsoft.com/office/officeart/2018/5/layout/IconLeafLabelList"/>
    <dgm:cxn modelId="{04E3CDA7-F9D5-482D-8AD2-305A171FF4F7}" type="presOf" srcId="{B7F51E47-DFF6-42D2-B145-99075CD94E79}" destId="{0F682AA2-D073-4D9C-A88E-F77E1F3703C4}" srcOrd="0" destOrd="0" presId="urn:microsoft.com/office/officeart/2018/5/layout/IconLeafLabelList"/>
    <dgm:cxn modelId="{785F45A9-7F46-4A7C-B57A-72917105AC86}" srcId="{C6968861-3B27-42A0-AFF4-E6648DD2AC2B}" destId="{8259713F-D9E9-470A-8F3D-856AA3FEDC9A}" srcOrd="1" destOrd="0" parTransId="{0CEC4622-E3D5-46A4-B5CA-81C61C2D6775}" sibTransId="{0BDD215F-73A0-49E2-95C7-B161113BB22E}"/>
    <dgm:cxn modelId="{61BA04C7-1561-4481-8761-4E613428F0B6}" type="presOf" srcId="{69266808-A54B-40F8-AFD6-4865044D7858}" destId="{6892E301-4A4D-4E33-A4ED-5CB51CBEEC3E}" srcOrd="0" destOrd="0" presId="urn:microsoft.com/office/officeart/2018/5/layout/IconLeafLabelList"/>
    <dgm:cxn modelId="{375975FE-0B46-4068-8C15-68F396D5CBE2}" srcId="{C6968861-3B27-42A0-AFF4-E6648DD2AC2B}" destId="{B7F51E47-DFF6-42D2-B145-99075CD94E79}" srcOrd="0" destOrd="0" parTransId="{0DD7B793-D196-461A-BA87-26418BFA29F6}" sibTransId="{4C46E0B2-FAC6-47AB-B925-A11CAA722585}"/>
    <dgm:cxn modelId="{FCECBBDF-7FE9-4D76-B874-9C648ABA8682}" type="presParOf" srcId="{B90D3274-DCE4-4115-9D00-7B84097A8ADC}" destId="{18FE5132-5F0D-43C3-B900-0C584D1C9158}" srcOrd="0" destOrd="0" presId="urn:microsoft.com/office/officeart/2018/5/layout/IconLeafLabelList"/>
    <dgm:cxn modelId="{8EFB086C-A431-4412-9DFC-BEA5AFF9C030}" type="presParOf" srcId="{18FE5132-5F0D-43C3-B900-0C584D1C9158}" destId="{0D9E6334-9475-46F0-8F03-7D7268F53682}" srcOrd="0" destOrd="0" presId="urn:microsoft.com/office/officeart/2018/5/layout/IconLeafLabelList"/>
    <dgm:cxn modelId="{CBBACC33-9174-46CC-9627-10B3177325C2}" type="presParOf" srcId="{18FE5132-5F0D-43C3-B900-0C584D1C9158}" destId="{2077F2FA-3664-40F7-9846-F338016F45A0}" srcOrd="1" destOrd="0" presId="urn:microsoft.com/office/officeart/2018/5/layout/IconLeafLabelList"/>
    <dgm:cxn modelId="{0B324F12-69CE-423C-85F6-DA3A4EC49744}" type="presParOf" srcId="{18FE5132-5F0D-43C3-B900-0C584D1C9158}" destId="{A610005A-3B43-40D4-A318-3856F9C7A5C8}" srcOrd="2" destOrd="0" presId="urn:microsoft.com/office/officeart/2018/5/layout/IconLeafLabelList"/>
    <dgm:cxn modelId="{EA98AD24-2049-489A-AC9E-712720BC6A4A}" type="presParOf" srcId="{18FE5132-5F0D-43C3-B900-0C584D1C9158}" destId="{0F682AA2-D073-4D9C-A88E-F77E1F3703C4}" srcOrd="3" destOrd="0" presId="urn:microsoft.com/office/officeart/2018/5/layout/IconLeafLabelList"/>
    <dgm:cxn modelId="{9A891D5E-487A-43DA-9B2E-699C0304007D}" type="presParOf" srcId="{B90D3274-DCE4-4115-9D00-7B84097A8ADC}" destId="{69B71D3B-243F-406A-8DA6-91CA640501FF}" srcOrd="1" destOrd="0" presId="urn:microsoft.com/office/officeart/2018/5/layout/IconLeafLabelList"/>
    <dgm:cxn modelId="{1A933FE7-1222-4F4C-9123-059E14CB5D67}" type="presParOf" srcId="{B90D3274-DCE4-4115-9D00-7B84097A8ADC}" destId="{9E4EC021-2576-43FB-B912-055DA234862F}" srcOrd="2" destOrd="0" presId="urn:microsoft.com/office/officeart/2018/5/layout/IconLeafLabelList"/>
    <dgm:cxn modelId="{6B9080A1-BF93-4993-9FC4-83071F4286FB}" type="presParOf" srcId="{9E4EC021-2576-43FB-B912-055DA234862F}" destId="{9ADCB119-10CF-42F3-85E3-47358214643E}" srcOrd="0" destOrd="0" presId="urn:microsoft.com/office/officeart/2018/5/layout/IconLeafLabelList"/>
    <dgm:cxn modelId="{C83393A4-52C2-4D6E-A3CD-B4B1D443FDE1}" type="presParOf" srcId="{9E4EC021-2576-43FB-B912-055DA234862F}" destId="{DDC1D49C-158F-4F14-A863-B21F225EC994}" srcOrd="1" destOrd="0" presId="urn:microsoft.com/office/officeart/2018/5/layout/IconLeafLabelList"/>
    <dgm:cxn modelId="{9F747A7F-9ECF-4852-B6E3-78F1A3139C2E}" type="presParOf" srcId="{9E4EC021-2576-43FB-B912-055DA234862F}" destId="{2FAD160D-CD52-4BCF-8477-F7B0E4BFC6D0}" srcOrd="2" destOrd="0" presId="urn:microsoft.com/office/officeart/2018/5/layout/IconLeafLabelList"/>
    <dgm:cxn modelId="{48A22ABF-0C8C-46D8-97F6-29CEB063370B}" type="presParOf" srcId="{9E4EC021-2576-43FB-B912-055DA234862F}" destId="{E927954D-B0F2-4667-9D59-2A3B18774A51}" srcOrd="3" destOrd="0" presId="urn:microsoft.com/office/officeart/2018/5/layout/IconLeafLabelList"/>
    <dgm:cxn modelId="{AA28CD8A-63C1-4DAE-9AC9-991D117E6C8B}" type="presParOf" srcId="{B90D3274-DCE4-4115-9D00-7B84097A8ADC}" destId="{B7DEC1C1-5BD8-4E8A-867C-3A95F3F2D8A4}" srcOrd="3" destOrd="0" presId="urn:microsoft.com/office/officeart/2018/5/layout/IconLeafLabelList"/>
    <dgm:cxn modelId="{2053EF2C-5F11-4DF2-B652-ACEF5E8BF3D0}" type="presParOf" srcId="{B90D3274-DCE4-4115-9D00-7B84097A8ADC}" destId="{F16CA6C4-EE25-4271-81AB-1AAD117AB24A}" srcOrd="4" destOrd="0" presId="urn:microsoft.com/office/officeart/2018/5/layout/IconLeafLabelList"/>
    <dgm:cxn modelId="{9418AD86-24D3-4B2F-A884-8B239E823AFE}" type="presParOf" srcId="{F16CA6C4-EE25-4271-81AB-1AAD117AB24A}" destId="{B7FA7089-3803-46D9-89D4-058A5565F449}" srcOrd="0" destOrd="0" presId="urn:microsoft.com/office/officeart/2018/5/layout/IconLeafLabelList"/>
    <dgm:cxn modelId="{B437F696-5128-44DF-A03D-2A6756AF63E2}" type="presParOf" srcId="{F16CA6C4-EE25-4271-81AB-1AAD117AB24A}" destId="{4E0B3B55-C819-4AFA-AF75-2138548CFAB4}" srcOrd="1" destOrd="0" presId="urn:microsoft.com/office/officeart/2018/5/layout/IconLeafLabelList"/>
    <dgm:cxn modelId="{406CC08F-47EA-4821-8754-E63243C83679}" type="presParOf" srcId="{F16CA6C4-EE25-4271-81AB-1AAD117AB24A}" destId="{71AE6898-F22E-4976-A531-BA5431A5D893}" srcOrd="2" destOrd="0" presId="urn:microsoft.com/office/officeart/2018/5/layout/IconLeafLabelList"/>
    <dgm:cxn modelId="{674DB562-7257-4B94-B391-34C567FFBF7B}" type="presParOf" srcId="{F16CA6C4-EE25-4271-81AB-1AAD117AB24A}" destId="{CE61BC44-8E8A-454A-9421-62EDFA6BADF0}" srcOrd="3" destOrd="0" presId="urn:microsoft.com/office/officeart/2018/5/layout/IconLeafLabelList"/>
    <dgm:cxn modelId="{911AB6FE-68A2-40C2-8865-485E1959B369}" type="presParOf" srcId="{B90D3274-DCE4-4115-9D00-7B84097A8ADC}" destId="{683F478B-30A8-4E09-975E-535358AF61C6}" srcOrd="5" destOrd="0" presId="urn:microsoft.com/office/officeart/2018/5/layout/IconLeafLabelList"/>
    <dgm:cxn modelId="{01B7DA0D-BCD8-4F63-A529-F1D809A1EC07}" type="presParOf" srcId="{B90D3274-DCE4-4115-9D00-7B84097A8ADC}" destId="{B5B77761-3008-4818-A829-CC672E2FD6E3}" srcOrd="6" destOrd="0" presId="urn:microsoft.com/office/officeart/2018/5/layout/IconLeafLabelList"/>
    <dgm:cxn modelId="{D76B5270-7623-4DD1-9C5A-57D711C43668}" type="presParOf" srcId="{B5B77761-3008-4818-A829-CC672E2FD6E3}" destId="{FF6846DB-14A2-42E3-86E3-AE8B962B1D0A}" srcOrd="0" destOrd="0" presId="urn:microsoft.com/office/officeart/2018/5/layout/IconLeafLabelList"/>
    <dgm:cxn modelId="{A000DA13-6236-4223-B483-00C76E41181D}" type="presParOf" srcId="{B5B77761-3008-4818-A829-CC672E2FD6E3}" destId="{8C428E3B-A8E4-4AF7-BCC8-F2FFC8C5D9F7}" srcOrd="1" destOrd="0" presId="urn:microsoft.com/office/officeart/2018/5/layout/IconLeafLabelList"/>
    <dgm:cxn modelId="{95234026-BB7F-4E4F-9E9F-D6E1735449B8}" type="presParOf" srcId="{B5B77761-3008-4818-A829-CC672E2FD6E3}" destId="{232DA775-C4EA-4641-A34C-488EE1F567BB}" srcOrd="2" destOrd="0" presId="urn:microsoft.com/office/officeart/2018/5/layout/IconLeafLabelList"/>
    <dgm:cxn modelId="{6988C7A3-4079-46FD-B124-23DC4C8B6FAD}" type="presParOf" srcId="{B5B77761-3008-4818-A829-CC672E2FD6E3}" destId="{BF8D025B-93DB-41DD-ABCB-C09D69E6E53A}" srcOrd="3" destOrd="0" presId="urn:microsoft.com/office/officeart/2018/5/layout/IconLeafLabelList"/>
    <dgm:cxn modelId="{078B5F8C-DA9B-4A28-8AE1-7B51346A4D01}" type="presParOf" srcId="{B90D3274-DCE4-4115-9D00-7B84097A8ADC}" destId="{D8F3FD63-3357-4D78-9F35-6411CD0CA16D}" srcOrd="7" destOrd="0" presId="urn:microsoft.com/office/officeart/2018/5/layout/IconLeafLabelList"/>
    <dgm:cxn modelId="{C2CF4BE0-FC85-4B33-881D-96BBB3FC94FE}" type="presParOf" srcId="{B90D3274-DCE4-4115-9D00-7B84097A8ADC}" destId="{CFF8649C-91D8-4B0D-B51B-26262FC64E8E}" srcOrd="8" destOrd="0" presId="urn:microsoft.com/office/officeart/2018/5/layout/IconLeafLabelList"/>
    <dgm:cxn modelId="{2D054809-2731-4070-B024-B0448F56B555}" type="presParOf" srcId="{CFF8649C-91D8-4B0D-B51B-26262FC64E8E}" destId="{BD7A671B-6CE8-44D0-B4CF-0F11794E063F}" srcOrd="0" destOrd="0" presId="urn:microsoft.com/office/officeart/2018/5/layout/IconLeafLabelList"/>
    <dgm:cxn modelId="{349959EB-AF6D-4D42-A4AD-9ECD2E952D55}" type="presParOf" srcId="{CFF8649C-91D8-4B0D-B51B-26262FC64E8E}" destId="{1D399786-ACC8-46CB-BC49-852A87AC5AC4}" srcOrd="1" destOrd="0" presId="urn:microsoft.com/office/officeart/2018/5/layout/IconLeafLabelList"/>
    <dgm:cxn modelId="{BF3E5116-58D5-419D-9A9C-46A2610266BC}" type="presParOf" srcId="{CFF8649C-91D8-4B0D-B51B-26262FC64E8E}" destId="{5E92A7B9-57BC-4621-A6E5-B272E7BE30D3}" srcOrd="2" destOrd="0" presId="urn:microsoft.com/office/officeart/2018/5/layout/IconLeafLabelList"/>
    <dgm:cxn modelId="{131C7E68-F804-42FA-AF65-6701226737DC}" type="presParOf" srcId="{CFF8649C-91D8-4B0D-B51B-26262FC64E8E}" destId="{6892E301-4A4D-4E33-A4ED-5CB51CBEEC3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88C2E3-7FE4-4615-983B-7D2CA23C78A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E3E9064-6822-4F75-B5C8-25D2EB51172A}">
      <dgm:prSet/>
      <dgm:spPr/>
      <dgm:t>
        <a:bodyPr/>
        <a:lstStyle/>
        <a:p>
          <a:pPr>
            <a:defRPr cap="all"/>
          </a:pPr>
          <a:r>
            <a:rPr lang="en-US"/>
            <a:t>How web applications actually work</a:t>
          </a:r>
        </a:p>
      </dgm:t>
    </dgm:pt>
    <dgm:pt modelId="{DC37C06C-379C-4903-97CF-89243B0B8E26}" type="parTrans" cxnId="{474D7E20-31A9-4483-88B9-A775DBAB401B}">
      <dgm:prSet/>
      <dgm:spPr/>
      <dgm:t>
        <a:bodyPr/>
        <a:lstStyle/>
        <a:p>
          <a:endParaRPr lang="en-US"/>
        </a:p>
      </dgm:t>
    </dgm:pt>
    <dgm:pt modelId="{C03005DB-138C-4587-99F6-AF166F26B26F}" type="sibTrans" cxnId="{474D7E20-31A9-4483-88B9-A775DBAB401B}">
      <dgm:prSet/>
      <dgm:spPr/>
      <dgm:t>
        <a:bodyPr/>
        <a:lstStyle/>
        <a:p>
          <a:endParaRPr lang="en-US"/>
        </a:p>
      </dgm:t>
    </dgm:pt>
    <dgm:pt modelId="{08C15086-FA25-44A8-96B8-5D9F766E479E}">
      <dgm:prSet/>
      <dgm:spPr/>
      <dgm:t>
        <a:bodyPr/>
        <a:lstStyle/>
        <a:p>
          <a:pPr>
            <a:defRPr cap="all"/>
          </a:pPr>
          <a:r>
            <a:rPr lang="en-US"/>
            <a:t>Scripting languages (Python, JS, Bash)</a:t>
          </a:r>
        </a:p>
      </dgm:t>
    </dgm:pt>
    <dgm:pt modelId="{C550DFF4-1150-41FE-8778-E5E5F93F79B8}" type="parTrans" cxnId="{AEF6D189-F311-410E-8B85-975BF6B46239}">
      <dgm:prSet/>
      <dgm:spPr/>
      <dgm:t>
        <a:bodyPr/>
        <a:lstStyle/>
        <a:p>
          <a:endParaRPr lang="en-US"/>
        </a:p>
      </dgm:t>
    </dgm:pt>
    <dgm:pt modelId="{AEABB964-53C0-4CF4-A845-FA212D9E20F1}" type="sibTrans" cxnId="{AEF6D189-F311-410E-8B85-975BF6B46239}">
      <dgm:prSet/>
      <dgm:spPr/>
      <dgm:t>
        <a:bodyPr/>
        <a:lstStyle/>
        <a:p>
          <a:endParaRPr lang="en-US"/>
        </a:p>
      </dgm:t>
    </dgm:pt>
    <dgm:pt modelId="{8257BFD9-5E9F-4C14-9813-29BA85DE4399}">
      <dgm:prSet/>
      <dgm:spPr/>
      <dgm:t>
        <a:bodyPr/>
        <a:lstStyle/>
        <a:p>
          <a:pPr>
            <a:defRPr cap="all"/>
          </a:pPr>
          <a:r>
            <a:rPr lang="en-US"/>
            <a:t>Reading and understanding code</a:t>
          </a:r>
        </a:p>
      </dgm:t>
    </dgm:pt>
    <dgm:pt modelId="{E449ACD9-FC2E-4CB0-BB22-853F793CBBE0}" type="parTrans" cxnId="{8BE8038E-C8E3-4289-B08B-4016AD977A4D}">
      <dgm:prSet/>
      <dgm:spPr/>
      <dgm:t>
        <a:bodyPr/>
        <a:lstStyle/>
        <a:p>
          <a:endParaRPr lang="en-US"/>
        </a:p>
      </dgm:t>
    </dgm:pt>
    <dgm:pt modelId="{9B9D1ADD-89C7-4777-96CE-59043479ED51}" type="sibTrans" cxnId="{8BE8038E-C8E3-4289-B08B-4016AD977A4D}">
      <dgm:prSet/>
      <dgm:spPr/>
      <dgm:t>
        <a:bodyPr/>
        <a:lstStyle/>
        <a:p>
          <a:endParaRPr lang="en-US"/>
        </a:p>
      </dgm:t>
    </dgm:pt>
    <dgm:pt modelId="{77FEF156-6F37-4D04-90A1-BDE3041B7C00}">
      <dgm:prSet/>
      <dgm:spPr/>
      <dgm:t>
        <a:bodyPr/>
        <a:lstStyle/>
        <a:p>
          <a:pPr>
            <a:defRPr cap="all"/>
          </a:pPr>
          <a:r>
            <a:rPr lang="en-US"/>
            <a:t>Basic threat modeling mindset</a:t>
          </a:r>
        </a:p>
      </dgm:t>
    </dgm:pt>
    <dgm:pt modelId="{2B57D35B-A226-401E-BB18-FE6183E42E46}" type="parTrans" cxnId="{113A895F-7081-4488-93BF-32C1E3CF84D9}">
      <dgm:prSet/>
      <dgm:spPr/>
      <dgm:t>
        <a:bodyPr/>
        <a:lstStyle/>
        <a:p>
          <a:endParaRPr lang="en-US"/>
        </a:p>
      </dgm:t>
    </dgm:pt>
    <dgm:pt modelId="{A204A104-C783-4D26-81E1-E7D468963CDB}" type="sibTrans" cxnId="{113A895F-7081-4488-93BF-32C1E3CF84D9}">
      <dgm:prSet/>
      <dgm:spPr/>
      <dgm:t>
        <a:bodyPr/>
        <a:lstStyle/>
        <a:p>
          <a:endParaRPr lang="en-US"/>
        </a:p>
      </dgm:t>
    </dgm:pt>
    <dgm:pt modelId="{C385A536-6631-42D5-B8DA-278B773EECB0}">
      <dgm:prSet/>
      <dgm:spPr/>
      <dgm:t>
        <a:bodyPr/>
        <a:lstStyle/>
        <a:p>
          <a:pPr>
            <a:defRPr cap="all"/>
          </a:pPr>
          <a:r>
            <a:rPr lang="en-US"/>
            <a:t>Curiosity over certifications</a:t>
          </a:r>
        </a:p>
      </dgm:t>
    </dgm:pt>
    <dgm:pt modelId="{16CD1271-EC28-4014-B86A-DD110B0B013E}" type="parTrans" cxnId="{2CEBDC8E-391F-4A5A-B50B-315DFCE8689D}">
      <dgm:prSet/>
      <dgm:spPr/>
      <dgm:t>
        <a:bodyPr/>
        <a:lstStyle/>
        <a:p>
          <a:endParaRPr lang="en-US"/>
        </a:p>
      </dgm:t>
    </dgm:pt>
    <dgm:pt modelId="{90CD419F-34E1-47FA-8EFC-A3F1432E4F2B}" type="sibTrans" cxnId="{2CEBDC8E-391F-4A5A-B50B-315DFCE8689D}">
      <dgm:prSet/>
      <dgm:spPr/>
      <dgm:t>
        <a:bodyPr/>
        <a:lstStyle/>
        <a:p>
          <a:endParaRPr lang="en-US"/>
        </a:p>
      </dgm:t>
    </dgm:pt>
    <dgm:pt modelId="{45820C57-3684-4AB1-B5AD-0B56F49F6C19}" type="pres">
      <dgm:prSet presAssocID="{E088C2E3-7FE4-4615-983B-7D2CA23C78A4}" presName="root" presStyleCnt="0">
        <dgm:presLayoutVars>
          <dgm:dir/>
          <dgm:resizeHandles val="exact"/>
        </dgm:presLayoutVars>
      </dgm:prSet>
      <dgm:spPr/>
    </dgm:pt>
    <dgm:pt modelId="{FC6DCC4B-1803-4E27-AF2E-96F97CB1598E}" type="pres">
      <dgm:prSet presAssocID="{0E3E9064-6822-4F75-B5C8-25D2EB51172A}" presName="compNode" presStyleCnt="0"/>
      <dgm:spPr/>
    </dgm:pt>
    <dgm:pt modelId="{BD1516A8-7B0E-4441-9EE7-2A141C605034}" type="pres">
      <dgm:prSet presAssocID="{0E3E9064-6822-4F75-B5C8-25D2EB51172A}" presName="iconBgRect" presStyleLbl="bgShp" presStyleIdx="0" presStyleCnt="5"/>
      <dgm:spPr/>
    </dgm:pt>
    <dgm:pt modelId="{CF43D0B5-E280-4ED6-BBD3-324813A85C70}" type="pres">
      <dgm:prSet presAssocID="{0E3E9064-6822-4F75-B5C8-25D2EB51172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81CB142C-1042-469E-A6EE-B069C875DC80}" type="pres">
      <dgm:prSet presAssocID="{0E3E9064-6822-4F75-B5C8-25D2EB51172A}" presName="spaceRect" presStyleCnt="0"/>
      <dgm:spPr/>
    </dgm:pt>
    <dgm:pt modelId="{8150A497-2E97-482B-957E-D2F260816CCA}" type="pres">
      <dgm:prSet presAssocID="{0E3E9064-6822-4F75-B5C8-25D2EB51172A}" presName="textRect" presStyleLbl="revTx" presStyleIdx="0" presStyleCnt="5">
        <dgm:presLayoutVars>
          <dgm:chMax val="1"/>
          <dgm:chPref val="1"/>
        </dgm:presLayoutVars>
      </dgm:prSet>
      <dgm:spPr/>
    </dgm:pt>
    <dgm:pt modelId="{F0D7ABF9-2713-43FD-BB8B-0E8B9D968641}" type="pres">
      <dgm:prSet presAssocID="{C03005DB-138C-4587-99F6-AF166F26B26F}" presName="sibTrans" presStyleCnt="0"/>
      <dgm:spPr/>
    </dgm:pt>
    <dgm:pt modelId="{649FE276-23E9-4487-9126-BB265FFC78E4}" type="pres">
      <dgm:prSet presAssocID="{08C15086-FA25-44A8-96B8-5D9F766E479E}" presName="compNode" presStyleCnt="0"/>
      <dgm:spPr/>
    </dgm:pt>
    <dgm:pt modelId="{13646026-12C3-48B7-819A-97D3B33D095D}" type="pres">
      <dgm:prSet presAssocID="{08C15086-FA25-44A8-96B8-5D9F766E479E}" presName="iconBgRect" presStyleLbl="bgShp" presStyleIdx="1" presStyleCnt="5"/>
      <dgm:spPr/>
    </dgm:pt>
    <dgm:pt modelId="{E4326BD6-691B-4FC3-8BB8-046EC7A0CE67}" type="pres">
      <dgm:prSet presAssocID="{08C15086-FA25-44A8-96B8-5D9F766E479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bweb"/>
        </a:ext>
      </dgm:extLst>
    </dgm:pt>
    <dgm:pt modelId="{CB5E21FC-877F-4C42-9CEF-32B2B677F403}" type="pres">
      <dgm:prSet presAssocID="{08C15086-FA25-44A8-96B8-5D9F766E479E}" presName="spaceRect" presStyleCnt="0"/>
      <dgm:spPr/>
    </dgm:pt>
    <dgm:pt modelId="{20F3AFDB-6F84-48AF-8795-157B4B0283B8}" type="pres">
      <dgm:prSet presAssocID="{08C15086-FA25-44A8-96B8-5D9F766E479E}" presName="textRect" presStyleLbl="revTx" presStyleIdx="1" presStyleCnt="5">
        <dgm:presLayoutVars>
          <dgm:chMax val="1"/>
          <dgm:chPref val="1"/>
        </dgm:presLayoutVars>
      </dgm:prSet>
      <dgm:spPr/>
    </dgm:pt>
    <dgm:pt modelId="{BC475E7F-36FC-4F04-AC5B-491F2603BA46}" type="pres">
      <dgm:prSet presAssocID="{AEABB964-53C0-4CF4-A845-FA212D9E20F1}" presName="sibTrans" presStyleCnt="0"/>
      <dgm:spPr/>
    </dgm:pt>
    <dgm:pt modelId="{61C872FF-08C4-4C89-B4FF-2B12BFD1A806}" type="pres">
      <dgm:prSet presAssocID="{8257BFD9-5E9F-4C14-9813-29BA85DE4399}" presName="compNode" presStyleCnt="0"/>
      <dgm:spPr/>
    </dgm:pt>
    <dgm:pt modelId="{F22360A6-E85A-4D53-A53A-54F35FF45961}" type="pres">
      <dgm:prSet presAssocID="{8257BFD9-5E9F-4C14-9813-29BA85DE4399}" presName="iconBgRect" presStyleLbl="bgShp" presStyleIdx="2" presStyleCnt="5"/>
      <dgm:spPr/>
    </dgm:pt>
    <dgm:pt modelId="{54BFF58D-1026-466A-A168-C893B6B6ADEE}" type="pres">
      <dgm:prSet presAssocID="{8257BFD9-5E9F-4C14-9813-29BA85DE439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45F0D7B9-1F22-4F0D-927A-FEA7F116597A}" type="pres">
      <dgm:prSet presAssocID="{8257BFD9-5E9F-4C14-9813-29BA85DE4399}" presName="spaceRect" presStyleCnt="0"/>
      <dgm:spPr/>
    </dgm:pt>
    <dgm:pt modelId="{4B67AEA3-86EA-415F-B82E-05E6E4B36B46}" type="pres">
      <dgm:prSet presAssocID="{8257BFD9-5E9F-4C14-9813-29BA85DE4399}" presName="textRect" presStyleLbl="revTx" presStyleIdx="2" presStyleCnt="5">
        <dgm:presLayoutVars>
          <dgm:chMax val="1"/>
          <dgm:chPref val="1"/>
        </dgm:presLayoutVars>
      </dgm:prSet>
      <dgm:spPr/>
    </dgm:pt>
    <dgm:pt modelId="{46E3B56F-3756-46DA-AE5D-64536F376BEE}" type="pres">
      <dgm:prSet presAssocID="{9B9D1ADD-89C7-4777-96CE-59043479ED51}" presName="sibTrans" presStyleCnt="0"/>
      <dgm:spPr/>
    </dgm:pt>
    <dgm:pt modelId="{C4083C52-939F-47CC-BAD3-A132890720FA}" type="pres">
      <dgm:prSet presAssocID="{77FEF156-6F37-4D04-90A1-BDE3041B7C00}" presName="compNode" presStyleCnt="0"/>
      <dgm:spPr/>
    </dgm:pt>
    <dgm:pt modelId="{383A7B9B-C133-4459-8737-655916DEAAB5}" type="pres">
      <dgm:prSet presAssocID="{77FEF156-6F37-4D04-90A1-BDE3041B7C00}" presName="iconBgRect" presStyleLbl="bgShp" presStyleIdx="3" presStyleCnt="5"/>
      <dgm:spPr/>
    </dgm:pt>
    <dgm:pt modelId="{0BBC140B-4A4A-4F49-A96B-0DACE546F37B}" type="pres">
      <dgm:prSet presAssocID="{77FEF156-6F37-4D04-90A1-BDE3041B7C0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B29052D-5F8E-4BCD-8CF1-BA21D4D3B932}" type="pres">
      <dgm:prSet presAssocID="{77FEF156-6F37-4D04-90A1-BDE3041B7C00}" presName="spaceRect" presStyleCnt="0"/>
      <dgm:spPr/>
    </dgm:pt>
    <dgm:pt modelId="{1F86B90A-7170-4A6C-882E-64D885504742}" type="pres">
      <dgm:prSet presAssocID="{77FEF156-6F37-4D04-90A1-BDE3041B7C00}" presName="textRect" presStyleLbl="revTx" presStyleIdx="3" presStyleCnt="5">
        <dgm:presLayoutVars>
          <dgm:chMax val="1"/>
          <dgm:chPref val="1"/>
        </dgm:presLayoutVars>
      </dgm:prSet>
      <dgm:spPr/>
    </dgm:pt>
    <dgm:pt modelId="{16C0B90B-2213-435A-BC54-FE1F616FD091}" type="pres">
      <dgm:prSet presAssocID="{A204A104-C783-4D26-81E1-E7D468963CDB}" presName="sibTrans" presStyleCnt="0"/>
      <dgm:spPr/>
    </dgm:pt>
    <dgm:pt modelId="{9E1632E6-CBED-4D79-8448-762432A73A48}" type="pres">
      <dgm:prSet presAssocID="{C385A536-6631-42D5-B8DA-278B773EECB0}" presName="compNode" presStyleCnt="0"/>
      <dgm:spPr/>
    </dgm:pt>
    <dgm:pt modelId="{94BAF283-9DCC-4BDE-AE2A-ACA14F3AF8CF}" type="pres">
      <dgm:prSet presAssocID="{C385A536-6631-42D5-B8DA-278B773EECB0}" presName="iconBgRect" presStyleLbl="bgShp" presStyleIdx="4" presStyleCnt="5"/>
      <dgm:spPr/>
    </dgm:pt>
    <dgm:pt modelId="{F0561540-170D-4371-817B-44673E923A2C}" type="pres">
      <dgm:prSet presAssocID="{C385A536-6631-42D5-B8DA-278B773EECB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315F98D1-EE2F-422D-86A6-34A9EF2812B1}" type="pres">
      <dgm:prSet presAssocID="{C385A536-6631-42D5-B8DA-278B773EECB0}" presName="spaceRect" presStyleCnt="0"/>
      <dgm:spPr/>
    </dgm:pt>
    <dgm:pt modelId="{4011A5E1-C365-4E0F-B96F-BDE5C2A43212}" type="pres">
      <dgm:prSet presAssocID="{C385A536-6631-42D5-B8DA-278B773EECB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74D7E20-31A9-4483-88B9-A775DBAB401B}" srcId="{E088C2E3-7FE4-4615-983B-7D2CA23C78A4}" destId="{0E3E9064-6822-4F75-B5C8-25D2EB51172A}" srcOrd="0" destOrd="0" parTransId="{DC37C06C-379C-4903-97CF-89243B0B8E26}" sibTransId="{C03005DB-138C-4587-99F6-AF166F26B26F}"/>
    <dgm:cxn modelId="{7005315E-FE94-440F-B386-C51FE42D2240}" type="presOf" srcId="{77FEF156-6F37-4D04-90A1-BDE3041B7C00}" destId="{1F86B90A-7170-4A6C-882E-64D885504742}" srcOrd="0" destOrd="0" presId="urn:microsoft.com/office/officeart/2018/5/layout/IconCircleLabelList"/>
    <dgm:cxn modelId="{113A895F-7081-4488-93BF-32C1E3CF84D9}" srcId="{E088C2E3-7FE4-4615-983B-7D2CA23C78A4}" destId="{77FEF156-6F37-4D04-90A1-BDE3041B7C00}" srcOrd="3" destOrd="0" parTransId="{2B57D35B-A226-401E-BB18-FE6183E42E46}" sibTransId="{A204A104-C783-4D26-81E1-E7D468963CDB}"/>
    <dgm:cxn modelId="{5BB98B7F-55CC-442B-9133-148DBF18BA74}" type="presOf" srcId="{0E3E9064-6822-4F75-B5C8-25D2EB51172A}" destId="{8150A497-2E97-482B-957E-D2F260816CCA}" srcOrd="0" destOrd="0" presId="urn:microsoft.com/office/officeart/2018/5/layout/IconCircleLabelList"/>
    <dgm:cxn modelId="{7F959286-0700-423B-B54D-E486253A96E1}" type="presOf" srcId="{08C15086-FA25-44A8-96B8-5D9F766E479E}" destId="{20F3AFDB-6F84-48AF-8795-157B4B0283B8}" srcOrd="0" destOrd="0" presId="urn:microsoft.com/office/officeart/2018/5/layout/IconCircleLabelList"/>
    <dgm:cxn modelId="{AEF6D189-F311-410E-8B85-975BF6B46239}" srcId="{E088C2E3-7FE4-4615-983B-7D2CA23C78A4}" destId="{08C15086-FA25-44A8-96B8-5D9F766E479E}" srcOrd="1" destOrd="0" parTransId="{C550DFF4-1150-41FE-8778-E5E5F93F79B8}" sibTransId="{AEABB964-53C0-4CF4-A845-FA212D9E20F1}"/>
    <dgm:cxn modelId="{8692378C-1C74-48C3-AA86-541736B8EEA7}" type="presOf" srcId="{8257BFD9-5E9F-4C14-9813-29BA85DE4399}" destId="{4B67AEA3-86EA-415F-B82E-05E6E4B36B46}" srcOrd="0" destOrd="0" presId="urn:microsoft.com/office/officeart/2018/5/layout/IconCircleLabelList"/>
    <dgm:cxn modelId="{8BE8038E-C8E3-4289-B08B-4016AD977A4D}" srcId="{E088C2E3-7FE4-4615-983B-7D2CA23C78A4}" destId="{8257BFD9-5E9F-4C14-9813-29BA85DE4399}" srcOrd="2" destOrd="0" parTransId="{E449ACD9-FC2E-4CB0-BB22-853F793CBBE0}" sibTransId="{9B9D1ADD-89C7-4777-96CE-59043479ED51}"/>
    <dgm:cxn modelId="{2CEBDC8E-391F-4A5A-B50B-315DFCE8689D}" srcId="{E088C2E3-7FE4-4615-983B-7D2CA23C78A4}" destId="{C385A536-6631-42D5-B8DA-278B773EECB0}" srcOrd="4" destOrd="0" parTransId="{16CD1271-EC28-4014-B86A-DD110B0B013E}" sibTransId="{90CD419F-34E1-47FA-8EFC-A3F1432E4F2B}"/>
    <dgm:cxn modelId="{5407F8AD-D324-4D78-8493-67C8E3565E7A}" type="presOf" srcId="{C385A536-6631-42D5-B8DA-278B773EECB0}" destId="{4011A5E1-C365-4E0F-B96F-BDE5C2A43212}" srcOrd="0" destOrd="0" presId="urn:microsoft.com/office/officeart/2018/5/layout/IconCircleLabelList"/>
    <dgm:cxn modelId="{0BF5FAD3-4839-4736-9C41-91B7C72427D6}" type="presOf" srcId="{E088C2E3-7FE4-4615-983B-7D2CA23C78A4}" destId="{45820C57-3684-4AB1-B5AD-0B56F49F6C19}" srcOrd="0" destOrd="0" presId="urn:microsoft.com/office/officeart/2018/5/layout/IconCircleLabelList"/>
    <dgm:cxn modelId="{CD68E59F-B46A-496E-B1C0-F34360579CD3}" type="presParOf" srcId="{45820C57-3684-4AB1-B5AD-0B56F49F6C19}" destId="{FC6DCC4B-1803-4E27-AF2E-96F97CB1598E}" srcOrd="0" destOrd="0" presId="urn:microsoft.com/office/officeart/2018/5/layout/IconCircleLabelList"/>
    <dgm:cxn modelId="{B932C2EF-E0F6-4323-A996-8F27226E6F5C}" type="presParOf" srcId="{FC6DCC4B-1803-4E27-AF2E-96F97CB1598E}" destId="{BD1516A8-7B0E-4441-9EE7-2A141C605034}" srcOrd="0" destOrd="0" presId="urn:microsoft.com/office/officeart/2018/5/layout/IconCircleLabelList"/>
    <dgm:cxn modelId="{5DA4FBE6-9D4E-4639-8B69-F4715791C182}" type="presParOf" srcId="{FC6DCC4B-1803-4E27-AF2E-96F97CB1598E}" destId="{CF43D0B5-E280-4ED6-BBD3-324813A85C70}" srcOrd="1" destOrd="0" presId="urn:microsoft.com/office/officeart/2018/5/layout/IconCircleLabelList"/>
    <dgm:cxn modelId="{C1B99D90-EC71-446D-8EE6-BEA715FF2EA2}" type="presParOf" srcId="{FC6DCC4B-1803-4E27-AF2E-96F97CB1598E}" destId="{81CB142C-1042-469E-A6EE-B069C875DC80}" srcOrd="2" destOrd="0" presId="urn:microsoft.com/office/officeart/2018/5/layout/IconCircleLabelList"/>
    <dgm:cxn modelId="{5B7B810C-17A4-4561-B968-74F1745083F9}" type="presParOf" srcId="{FC6DCC4B-1803-4E27-AF2E-96F97CB1598E}" destId="{8150A497-2E97-482B-957E-D2F260816CCA}" srcOrd="3" destOrd="0" presId="urn:microsoft.com/office/officeart/2018/5/layout/IconCircleLabelList"/>
    <dgm:cxn modelId="{056A3E8A-08D4-40D3-8659-B193528D0CA9}" type="presParOf" srcId="{45820C57-3684-4AB1-B5AD-0B56F49F6C19}" destId="{F0D7ABF9-2713-43FD-BB8B-0E8B9D968641}" srcOrd="1" destOrd="0" presId="urn:microsoft.com/office/officeart/2018/5/layout/IconCircleLabelList"/>
    <dgm:cxn modelId="{3ED096C7-309A-4EFF-A3EE-043D9043D422}" type="presParOf" srcId="{45820C57-3684-4AB1-B5AD-0B56F49F6C19}" destId="{649FE276-23E9-4487-9126-BB265FFC78E4}" srcOrd="2" destOrd="0" presId="urn:microsoft.com/office/officeart/2018/5/layout/IconCircleLabelList"/>
    <dgm:cxn modelId="{79395C12-7853-43E9-852E-9631D24E709D}" type="presParOf" srcId="{649FE276-23E9-4487-9126-BB265FFC78E4}" destId="{13646026-12C3-48B7-819A-97D3B33D095D}" srcOrd="0" destOrd="0" presId="urn:microsoft.com/office/officeart/2018/5/layout/IconCircleLabelList"/>
    <dgm:cxn modelId="{D56A3C80-754A-41BB-B7F4-F735C0D35CD7}" type="presParOf" srcId="{649FE276-23E9-4487-9126-BB265FFC78E4}" destId="{E4326BD6-691B-4FC3-8BB8-046EC7A0CE67}" srcOrd="1" destOrd="0" presId="urn:microsoft.com/office/officeart/2018/5/layout/IconCircleLabelList"/>
    <dgm:cxn modelId="{93D4390C-43A8-4E98-8AC9-976E3908BCD2}" type="presParOf" srcId="{649FE276-23E9-4487-9126-BB265FFC78E4}" destId="{CB5E21FC-877F-4C42-9CEF-32B2B677F403}" srcOrd="2" destOrd="0" presId="urn:microsoft.com/office/officeart/2018/5/layout/IconCircleLabelList"/>
    <dgm:cxn modelId="{193E9941-E8F6-4DF3-9D50-C3C06C214493}" type="presParOf" srcId="{649FE276-23E9-4487-9126-BB265FFC78E4}" destId="{20F3AFDB-6F84-48AF-8795-157B4B0283B8}" srcOrd="3" destOrd="0" presId="urn:microsoft.com/office/officeart/2018/5/layout/IconCircleLabelList"/>
    <dgm:cxn modelId="{70EA7E66-A8F2-4033-A848-F55CF1DE7D79}" type="presParOf" srcId="{45820C57-3684-4AB1-B5AD-0B56F49F6C19}" destId="{BC475E7F-36FC-4F04-AC5B-491F2603BA46}" srcOrd="3" destOrd="0" presId="urn:microsoft.com/office/officeart/2018/5/layout/IconCircleLabelList"/>
    <dgm:cxn modelId="{1F3C2DE7-9494-4D84-B699-FFE78A4DF117}" type="presParOf" srcId="{45820C57-3684-4AB1-B5AD-0B56F49F6C19}" destId="{61C872FF-08C4-4C89-B4FF-2B12BFD1A806}" srcOrd="4" destOrd="0" presId="urn:microsoft.com/office/officeart/2018/5/layout/IconCircleLabelList"/>
    <dgm:cxn modelId="{F62F6029-C709-4B51-B18D-C66964C186F1}" type="presParOf" srcId="{61C872FF-08C4-4C89-B4FF-2B12BFD1A806}" destId="{F22360A6-E85A-4D53-A53A-54F35FF45961}" srcOrd="0" destOrd="0" presId="urn:microsoft.com/office/officeart/2018/5/layout/IconCircleLabelList"/>
    <dgm:cxn modelId="{0F379C36-C4C4-4A61-97DE-61C26CAD336E}" type="presParOf" srcId="{61C872FF-08C4-4C89-B4FF-2B12BFD1A806}" destId="{54BFF58D-1026-466A-A168-C893B6B6ADEE}" srcOrd="1" destOrd="0" presId="urn:microsoft.com/office/officeart/2018/5/layout/IconCircleLabelList"/>
    <dgm:cxn modelId="{B135BE8C-2A25-4B42-A50A-38EB0A456EDD}" type="presParOf" srcId="{61C872FF-08C4-4C89-B4FF-2B12BFD1A806}" destId="{45F0D7B9-1F22-4F0D-927A-FEA7F116597A}" srcOrd="2" destOrd="0" presId="urn:microsoft.com/office/officeart/2018/5/layout/IconCircleLabelList"/>
    <dgm:cxn modelId="{2D2FBC82-D213-46BB-A09E-9F5BF2D773A0}" type="presParOf" srcId="{61C872FF-08C4-4C89-B4FF-2B12BFD1A806}" destId="{4B67AEA3-86EA-415F-B82E-05E6E4B36B46}" srcOrd="3" destOrd="0" presId="urn:microsoft.com/office/officeart/2018/5/layout/IconCircleLabelList"/>
    <dgm:cxn modelId="{4B750CE4-C8FF-4527-9289-26D2E1E4CD15}" type="presParOf" srcId="{45820C57-3684-4AB1-B5AD-0B56F49F6C19}" destId="{46E3B56F-3756-46DA-AE5D-64536F376BEE}" srcOrd="5" destOrd="0" presId="urn:microsoft.com/office/officeart/2018/5/layout/IconCircleLabelList"/>
    <dgm:cxn modelId="{A4404D9B-1DB0-4579-9C90-873D97E20414}" type="presParOf" srcId="{45820C57-3684-4AB1-B5AD-0B56F49F6C19}" destId="{C4083C52-939F-47CC-BAD3-A132890720FA}" srcOrd="6" destOrd="0" presId="urn:microsoft.com/office/officeart/2018/5/layout/IconCircleLabelList"/>
    <dgm:cxn modelId="{70EEF314-901A-47E6-BC62-FDE06FFC99BB}" type="presParOf" srcId="{C4083C52-939F-47CC-BAD3-A132890720FA}" destId="{383A7B9B-C133-4459-8737-655916DEAAB5}" srcOrd="0" destOrd="0" presId="urn:microsoft.com/office/officeart/2018/5/layout/IconCircleLabelList"/>
    <dgm:cxn modelId="{1B1E3B75-1221-423A-B147-44F824228F20}" type="presParOf" srcId="{C4083C52-939F-47CC-BAD3-A132890720FA}" destId="{0BBC140B-4A4A-4F49-A96B-0DACE546F37B}" srcOrd="1" destOrd="0" presId="urn:microsoft.com/office/officeart/2018/5/layout/IconCircleLabelList"/>
    <dgm:cxn modelId="{C4C236F5-F1F2-45FD-AE44-CB4DB3EE8CCC}" type="presParOf" srcId="{C4083C52-939F-47CC-BAD3-A132890720FA}" destId="{8B29052D-5F8E-4BCD-8CF1-BA21D4D3B932}" srcOrd="2" destOrd="0" presId="urn:microsoft.com/office/officeart/2018/5/layout/IconCircleLabelList"/>
    <dgm:cxn modelId="{35115E2A-34CF-4792-AA32-AB428AC519BB}" type="presParOf" srcId="{C4083C52-939F-47CC-BAD3-A132890720FA}" destId="{1F86B90A-7170-4A6C-882E-64D885504742}" srcOrd="3" destOrd="0" presId="urn:microsoft.com/office/officeart/2018/5/layout/IconCircleLabelList"/>
    <dgm:cxn modelId="{AF6E87A0-31C0-49F7-8660-712541B54818}" type="presParOf" srcId="{45820C57-3684-4AB1-B5AD-0B56F49F6C19}" destId="{16C0B90B-2213-435A-BC54-FE1F616FD091}" srcOrd="7" destOrd="0" presId="urn:microsoft.com/office/officeart/2018/5/layout/IconCircleLabelList"/>
    <dgm:cxn modelId="{311C3257-954A-4F5D-84E9-9F2736A66FB6}" type="presParOf" srcId="{45820C57-3684-4AB1-B5AD-0B56F49F6C19}" destId="{9E1632E6-CBED-4D79-8448-762432A73A48}" srcOrd="8" destOrd="0" presId="urn:microsoft.com/office/officeart/2018/5/layout/IconCircleLabelList"/>
    <dgm:cxn modelId="{0FBFDECE-FC25-4722-B1EF-1E1DCE72FFDB}" type="presParOf" srcId="{9E1632E6-CBED-4D79-8448-762432A73A48}" destId="{94BAF283-9DCC-4BDE-AE2A-ACA14F3AF8CF}" srcOrd="0" destOrd="0" presId="urn:microsoft.com/office/officeart/2018/5/layout/IconCircleLabelList"/>
    <dgm:cxn modelId="{94ED6BBA-485E-407B-B61B-4C5DB5F36915}" type="presParOf" srcId="{9E1632E6-CBED-4D79-8448-762432A73A48}" destId="{F0561540-170D-4371-817B-44673E923A2C}" srcOrd="1" destOrd="0" presId="urn:microsoft.com/office/officeart/2018/5/layout/IconCircleLabelList"/>
    <dgm:cxn modelId="{8C388626-69D5-49CC-82ED-BF6456417529}" type="presParOf" srcId="{9E1632E6-CBED-4D79-8448-762432A73A48}" destId="{315F98D1-EE2F-422D-86A6-34A9EF2812B1}" srcOrd="2" destOrd="0" presId="urn:microsoft.com/office/officeart/2018/5/layout/IconCircleLabelList"/>
    <dgm:cxn modelId="{FD0BC05E-BAA4-451D-894B-E3F395FF68FC}" type="presParOf" srcId="{9E1632E6-CBED-4D79-8448-762432A73A48}" destId="{4011A5E1-C365-4E0F-B96F-BDE5C2A4321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F3DF632-59C8-45D2-9F2E-DA9B6865E95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C19DBA2-38B9-40F0-A4D5-E304A6460BEE}">
      <dgm:prSet/>
      <dgm:spPr/>
      <dgm:t>
        <a:bodyPr/>
        <a:lstStyle/>
        <a:p>
          <a:pPr>
            <a:defRPr cap="all"/>
          </a:pPr>
          <a:r>
            <a:rPr lang="en-US" b="0" i="0" baseline="0"/>
            <a:t>Transition from dev, QA, or infra roles</a:t>
          </a:r>
          <a:endParaRPr lang="en-US"/>
        </a:p>
      </dgm:t>
    </dgm:pt>
    <dgm:pt modelId="{A602D151-29D7-4801-814C-1AE4A8C9F6F8}" type="parTrans" cxnId="{30BD5EC9-4216-4361-A0A3-DDFB39D0F2F1}">
      <dgm:prSet/>
      <dgm:spPr/>
      <dgm:t>
        <a:bodyPr/>
        <a:lstStyle/>
        <a:p>
          <a:endParaRPr lang="en-US"/>
        </a:p>
      </dgm:t>
    </dgm:pt>
    <dgm:pt modelId="{AF9528FA-CFCA-452A-9904-D87BB3018204}" type="sibTrans" cxnId="{30BD5EC9-4216-4361-A0A3-DDFB39D0F2F1}">
      <dgm:prSet/>
      <dgm:spPr/>
      <dgm:t>
        <a:bodyPr/>
        <a:lstStyle/>
        <a:p>
          <a:endParaRPr lang="en-US"/>
        </a:p>
      </dgm:t>
    </dgm:pt>
    <dgm:pt modelId="{13FA7A7B-BB08-46B4-A2E7-1801C4578993}">
      <dgm:prSet/>
      <dgm:spPr/>
      <dgm:t>
        <a:bodyPr/>
        <a:lstStyle/>
        <a:p>
          <a:pPr>
            <a:defRPr cap="all"/>
          </a:pPr>
          <a:r>
            <a:rPr lang="en-US" b="0" i="0" baseline="0"/>
            <a:t>Learn common vulnerability classes deeply</a:t>
          </a:r>
          <a:endParaRPr lang="en-US"/>
        </a:p>
      </dgm:t>
    </dgm:pt>
    <dgm:pt modelId="{874344C3-3FD2-4149-9A10-1E0D6981F2CB}" type="parTrans" cxnId="{ECC7C520-BEBF-4152-89C6-5485F8A3766D}">
      <dgm:prSet/>
      <dgm:spPr/>
      <dgm:t>
        <a:bodyPr/>
        <a:lstStyle/>
        <a:p>
          <a:endParaRPr lang="en-US"/>
        </a:p>
      </dgm:t>
    </dgm:pt>
    <dgm:pt modelId="{6983E8A4-6D8A-4BC9-AB58-ABC3A871ABDF}" type="sibTrans" cxnId="{ECC7C520-BEBF-4152-89C6-5485F8A3766D}">
      <dgm:prSet/>
      <dgm:spPr/>
      <dgm:t>
        <a:bodyPr/>
        <a:lstStyle/>
        <a:p>
          <a:endParaRPr lang="en-US"/>
        </a:p>
      </dgm:t>
    </dgm:pt>
    <dgm:pt modelId="{EFE3CFA6-9E77-42FD-8296-23EA0AF5F2F9}">
      <dgm:prSet/>
      <dgm:spPr/>
      <dgm:t>
        <a:bodyPr/>
        <a:lstStyle/>
        <a:p>
          <a:pPr>
            <a:defRPr cap="all"/>
          </a:pPr>
          <a:r>
            <a:rPr lang="en-US" b="0" i="0" baseline="0"/>
            <a:t>Build hands-on labs &amp; test applications</a:t>
          </a:r>
          <a:endParaRPr lang="en-US"/>
        </a:p>
      </dgm:t>
    </dgm:pt>
    <dgm:pt modelId="{B91D0BB7-2598-44AE-927B-BFC022DC1261}" type="parTrans" cxnId="{3DDAA2B8-3994-4A04-A515-4F7D318B2461}">
      <dgm:prSet/>
      <dgm:spPr/>
      <dgm:t>
        <a:bodyPr/>
        <a:lstStyle/>
        <a:p>
          <a:endParaRPr lang="en-US"/>
        </a:p>
      </dgm:t>
    </dgm:pt>
    <dgm:pt modelId="{19B68C14-87FE-4C54-A2DE-BC548555EAA3}" type="sibTrans" cxnId="{3DDAA2B8-3994-4A04-A515-4F7D318B2461}">
      <dgm:prSet/>
      <dgm:spPr/>
      <dgm:t>
        <a:bodyPr/>
        <a:lstStyle/>
        <a:p>
          <a:endParaRPr lang="en-US"/>
        </a:p>
      </dgm:t>
    </dgm:pt>
    <dgm:pt modelId="{52A7635D-2681-484E-8831-B0E4B96F2828}">
      <dgm:prSet/>
      <dgm:spPr/>
      <dgm:t>
        <a:bodyPr/>
        <a:lstStyle/>
        <a:p>
          <a:pPr>
            <a:defRPr cap="all"/>
          </a:pPr>
          <a:r>
            <a:rPr lang="en-US" b="0" i="0" baseline="0"/>
            <a:t>Read breach postmortems</a:t>
          </a:r>
          <a:endParaRPr lang="en-US"/>
        </a:p>
      </dgm:t>
    </dgm:pt>
    <dgm:pt modelId="{62D0AF05-CA12-4EC4-A10E-5985085C4CE4}" type="parTrans" cxnId="{071E6CE8-CE86-4FD7-B731-A0FD3297A867}">
      <dgm:prSet/>
      <dgm:spPr/>
      <dgm:t>
        <a:bodyPr/>
        <a:lstStyle/>
        <a:p>
          <a:endParaRPr lang="en-US"/>
        </a:p>
      </dgm:t>
    </dgm:pt>
    <dgm:pt modelId="{9675D4EB-044F-4CD8-95DD-FD2D5505817B}" type="sibTrans" cxnId="{071E6CE8-CE86-4FD7-B731-A0FD3297A867}">
      <dgm:prSet/>
      <dgm:spPr/>
      <dgm:t>
        <a:bodyPr/>
        <a:lstStyle/>
        <a:p>
          <a:endParaRPr lang="en-US"/>
        </a:p>
      </dgm:t>
    </dgm:pt>
    <dgm:pt modelId="{7324122A-767B-4A89-8662-FB32D522B3FA}">
      <dgm:prSet/>
      <dgm:spPr/>
      <dgm:t>
        <a:bodyPr/>
        <a:lstStyle/>
        <a:p>
          <a:pPr>
            <a:defRPr cap="all"/>
          </a:pPr>
          <a:r>
            <a:rPr lang="en-US" b="0" i="0" baseline="0"/>
            <a:t>Think like an attacker, act like a defender</a:t>
          </a:r>
          <a:endParaRPr lang="en-US"/>
        </a:p>
      </dgm:t>
    </dgm:pt>
    <dgm:pt modelId="{D254C9B0-2200-4227-A0D9-DCCA8E0392C9}" type="parTrans" cxnId="{DED46DF6-7D83-4346-A5EE-4B94CBB3167B}">
      <dgm:prSet/>
      <dgm:spPr/>
      <dgm:t>
        <a:bodyPr/>
        <a:lstStyle/>
        <a:p>
          <a:endParaRPr lang="en-US"/>
        </a:p>
      </dgm:t>
    </dgm:pt>
    <dgm:pt modelId="{6A9A8D77-B6C6-49AE-A23E-14A2B1F2FF5F}" type="sibTrans" cxnId="{DED46DF6-7D83-4346-A5EE-4B94CBB3167B}">
      <dgm:prSet/>
      <dgm:spPr/>
      <dgm:t>
        <a:bodyPr/>
        <a:lstStyle/>
        <a:p>
          <a:endParaRPr lang="en-US"/>
        </a:p>
      </dgm:t>
    </dgm:pt>
    <dgm:pt modelId="{4E7BCA94-850E-4AEF-AC4F-70D03BBDAFB6}" type="pres">
      <dgm:prSet presAssocID="{0F3DF632-59C8-45D2-9F2E-DA9B6865E95A}" presName="root" presStyleCnt="0">
        <dgm:presLayoutVars>
          <dgm:dir/>
          <dgm:resizeHandles val="exact"/>
        </dgm:presLayoutVars>
      </dgm:prSet>
      <dgm:spPr/>
    </dgm:pt>
    <dgm:pt modelId="{9893BC70-E2F3-49B3-A537-F75219E30E4B}" type="pres">
      <dgm:prSet presAssocID="{BC19DBA2-38B9-40F0-A4D5-E304A6460BEE}" presName="compNode" presStyleCnt="0"/>
      <dgm:spPr/>
    </dgm:pt>
    <dgm:pt modelId="{059B5ED1-B666-42C5-9738-CD7AD7D4E81A}" type="pres">
      <dgm:prSet presAssocID="{BC19DBA2-38B9-40F0-A4D5-E304A6460BEE}" presName="iconBgRect" presStyleLbl="bgShp" presStyleIdx="0" presStyleCnt="5"/>
      <dgm:spPr/>
    </dgm:pt>
    <dgm:pt modelId="{437E2B30-573D-4824-A44D-798343FC6E99}" type="pres">
      <dgm:prSet presAssocID="{BC19DBA2-38B9-40F0-A4D5-E304A6460BE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F180C58-8C5A-42A1-A4A3-BF463ED46F2B}" type="pres">
      <dgm:prSet presAssocID="{BC19DBA2-38B9-40F0-A4D5-E304A6460BEE}" presName="spaceRect" presStyleCnt="0"/>
      <dgm:spPr/>
    </dgm:pt>
    <dgm:pt modelId="{25A8685A-4FD0-4623-9115-129F0162C866}" type="pres">
      <dgm:prSet presAssocID="{BC19DBA2-38B9-40F0-A4D5-E304A6460BEE}" presName="textRect" presStyleLbl="revTx" presStyleIdx="0" presStyleCnt="5">
        <dgm:presLayoutVars>
          <dgm:chMax val="1"/>
          <dgm:chPref val="1"/>
        </dgm:presLayoutVars>
      </dgm:prSet>
      <dgm:spPr/>
    </dgm:pt>
    <dgm:pt modelId="{09FFB496-9C95-4C1E-B8B1-104D275D0BCD}" type="pres">
      <dgm:prSet presAssocID="{AF9528FA-CFCA-452A-9904-D87BB3018204}" presName="sibTrans" presStyleCnt="0"/>
      <dgm:spPr/>
    </dgm:pt>
    <dgm:pt modelId="{15BA2B39-AD9E-4030-B85A-27D943B06EB6}" type="pres">
      <dgm:prSet presAssocID="{13FA7A7B-BB08-46B4-A2E7-1801C4578993}" presName="compNode" presStyleCnt="0"/>
      <dgm:spPr/>
    </dgm:pt>
    <dgm:pt modelId="{0B0E1BFD-9101-4DE2-9825-EF075A87F27C}" type="pres">
      <dgm:prSet presAssocID="{13FA7A7B-BB08-46B4-A2E7-1801C4578993}" presName="iconBgRect" presStyleLbl="bgShp" presStyleIdx="1" presStyleCnt="5"/>
      <dgm:spPr/>
    </dgm:pt>
    <dgm:pt modelId="{86A912C7-E00E-41D7-A524-D762DBA08EAF}" type="pres">
      <dgm:prSet presAssocID="{13FA7A7B-BB08-46B4-A2E7-1801C457899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DB5B5D5-BDBD-436D-8383-1D5026E5AB93}" type="pres">
      <dgm:prSet presAssocID="{13FA7A7B-BB08-46B4-A2E7-1801C4578993}" presName="spaceRect" presStyleCnt="0"/>
      <dgm:spPr/>
    </dgm:pt>
    <dgm:pt modelId="{7B433605-07FB-4A84-9910-BBF307ABA399}" type="pres">
      <dgm:prSet presAssocID="{13FA7A7B-BB08-46B4-A2E7-1801C4578993}" presName="textRect" presStyleLbl="revTx" presStyleIdx="1" presStyleCnt="5">
        <dgm:presLayoutVars>
          <dgm:chMax val="1"/>
          <dgm:chPref val="1"/>
        </dgm:presLayoutVars>
      </dgm:prSet>
      <dgm:spPr/>
    </dgm:pt>
    <dgm:pt modelId="{C368F7AD-2B96-410B-9077-52A16AD40594}" type="pres">
      <dgm:prSet presAssocID="{6983E8A4-6D8A-4BC9-AB58-ABC3A871ABDF}" presName="sibTrans" presStyleCnt="0"/>
      <dgm:spPr/>
    </dgm:pt>
    <dgm:pt modelId="{A4C01DAE-BE49-412C-BA2F-141E3B8E2273}" type="pres">
      <dgm:prSet presAssocID="{EFE3CFA6-9E77-42FD-8296-23EA0AF5F2F9}" presName="compNode" presStyleCnt="0"/>
      <dgm:spPr/>
    </dgm:pt>
    <dgm:pt modelId="{06C54138-E3CE-46C7-B8AB-B65C265B8944}" type="pres">
      <dgm:prSet presAssocID="{EFE3CFA6-9E77-42FD-8296-23EA0AF5F2F9}" presName="iconBgRect" presStyleLbl="bgShp" presStyleIdx="2" presStyleCnt="5"/>
      <dgm:spPr/>
    </dgm:pt>
    <dgm:pt modelId="{45868453-F331-490E-AA3B-2C79AEF6D294}" type="pres">
      <dgm:prSet presAssocID="{EFE3CFA6-9E77-42FD-8296-23EA0AF5F2F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116A47C7-A3B2-426C-85C1-71E559F77D8C}" type="pres">
      <dgm:prSet presAssocID="{EFE3CFA6-9E77-42FD-8296-23EA0AF5F2F9}" presName="spaceRect" presStyleCnt="0"/>
      <dgm:spPr/>
    </dgm:pt>
    <dgm:pt modelId="{18A85C16-6BE2-4B52-BEC1-A86AC04F448F}" type="pres">
      <dgm:prSet presAssocID="{EFE3CFA6-9E77-42FD-8296-23EA0AF5F2F9}" presName="textRect" presStyleLbl="revTx" presStyleIdx="2" presStyleCnt="5">
        <dgm:presLayoutVars>
          <dgm:chMax val="1"/>
          <dgm:chPref val="1"/>
        </dgm:presLayoutVars>
      </dgm:prSet>
      <dgm:spPr/>
    </dgm:pt>
    <dgm:pt modelId="{578206CA-1DC6-4801-ADC2-B4D902E142C1}" type="pres">
      <dgm:prSet presAssocID="{19B68C14-87FE-4C54-A2DE-BC548555EAA3}" presName="sibTrans" presStyleCnt="0"/>
      <dgm:spPr/>
    </dgm:pt>
    <dgm:pt modelId="{DD75610E-DECE-46CE-BC2E-01AFFF7156CF}" type="pres">
      <dgm:prSet presAssocID="{52A7635D-2681-484E-8831-B0E4B96F2828}" presName="compNode" presStyleCnt="0"/>
      <dgm:spPr/>
    </dgm:pt>
    <dgm:pt modelId="{6903E0DF-9728-4459-89BE-E8EA430DB01D}" type="pres">
      <dgm:prSet presAssocID="{52A7635D-2681-484E-8831-B0E4B96F2828}" presName="iconBgRect" presStyleLbl="bgShp" presStyleIdx="3" presStyleCnt="5"/>
      <dgm:spPr/>
    </dgm:pt>
    <dgm:pt modelId="{45C11A9A-D8E6-4FA6-B1EE-137295DB3D03}" type="pres">
      <dgm:prSet presAssocID="{52A7635D-2681-484E-8831-B0E4B96F282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52F97516-35EB-43C2-91CB-13919E949E14}" type="pres">
      <dgm:prSet presAssocID="{52A7635D-2681-484E-8831-B0E4B96F2828}" presName="spaceRect" presStyleCnt="0"/>
      <dgm:spPr/>
    </dgm:pt>
    <dgm:pt modelId="{68DF5451-0291-4816-90A7-DB6F75717047}" type="pres">
      <dgm:prSet presAssocID="{52A7635D-2681-484E-8831-B0E4B96F2828}" presName="textRect" presStyleLbl="revTx" presStyleIdx="3" presStyleCnt="5">
        <dgm:presLayoutVars>
          <dgm:chMax val="1"/>
          <dgm:chPref val="1"/>
        </dgm:presLayoutVars>
      </dgm:prSet>
      <dgm:spPr/>
    </dgm:pt>
    <dgm:pt modelId="{43787818-823F-4B7A-A220-7886A0AEEE24}" type="pres">
      <dgm:prSet presAssocID="{9675D4EB-044F-4CD8-95DD-FD2D5505817B}" presName="sibTrans" presStyleCnt="0"/>
      <dgm:spPr/>
    </dgm:pt>
    <dgm:pt modelId="{23089C63-8657-4593-A5AC-F41535B76AFA}" type="pres">
      <dgm:prSet presAssocID="{7324122A-767B-4A89-8662-FB32D522B3FA}" presName="compNode" presStyleCnt="0"/>
      <dgm:spPr/>
    </dgm:pt>
    <dgm:pt modelId="{189D2FF2-5559-43D3-A9E6-CAEDC10FE12C}" type="pres">
      <dgm:prSet presAssocID="{7324122A-767B-4A89-8662-FB32D522B3FA}" presName="iconBgRect" presStyleLbl="bgShp" presStyleIdx="4" presStyleCnt="5"/>
      <dgm:spPr/>
    </dgm:pt>
    <dgm:pt modelId="{15CD1CFC-DC7E-47DE-A2B7-CC7124AE31EA}" type="pres">
      <dgm:prSet presAssocID="{7324122A-767B-4A89-8662-FB32D522B3F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33F7490B-0B6C-4DF8-B0BC-135824363CD8}" type="pres">
      <dgm:prSet presAssocID="{7324122A-767B-4A89-8662-FB32D522B3FA}" presName="spaceRect" presStyleCnt="0"/>
      <dgm:spPr/>
    </dgm:pt>
    <dgm:pt modelId="{2ED1B6FB-3415-405F-B1D7-2471599E169B}" type="pres">
      <dgm:prSet presAssocID="{7324122A-767B-4A89-8662-FB32D522B3F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CC7C520-BEBF-4152-89C6-5485F8A3766D}" srcId="{0F3DF632-59C8-45D2-9F2E-DA9B6865E95A}" destId="{13FA7A7B-BB08-46B4-A2E7-1801C4578993}" srcOrd="1" destOrd="0" parTransId="{874344C3-3FD2-4149-9A10-1E0D6981F2CB}" sibTransId="{6983E8A4-6D8A-4BC9-AB58-ABC3A871ABDF}"/>
    <dgm:cxn modelId="{AFCE4B40-440B-4025-8971-303276F45A3F}" type="presOf" srcId="{0F3DF632-59C8-45D2-9F2E-DA9B6865E95A}" destId="{4E7BCA94-850E-4AEF-AC4F-70D03BBDAFB6}" srcOrd="0" destOrd="0" presId="urn:microsoft.com/office/officeart/2018/5/layout/IconCircleLabelList"/>
    <dgm:cxn modelId="{4A90FA6E-85C7-484E-8BAA-E6590A64AC7A}" type="presOf" srcId="{13FA7A7B-BB08-46B4-A2E7-1801C4578993}" destId="{7B433605-07FB-4A84-9910-BBF307ABA399}" srcOrd="0" destOrd="0" presId="urn:microsoft.com/office/officeart/2018/5/layout/IconCircleLabelList"/>
    <dgm:cxn modelId="{3DA0DA56-55EC-48E6-8392-73D5F4AD0F79}" type="presOf" srcId="{7324122A-767B-4A89-8662-FB32D522B3FA}" destId="{2ED1B6FB-3415-405F-B1D7-2471599E169B}" srcOrd="0" destOrd="0" presId="urn:microsoft.com/office/officeart/2018/5/layout/IconCircleLabelList"/>
    <dgm:cxn modelId="{2A61C8B7-A53A-40B3-8818-94FBB3BBF444}" type="presOf" srcId="{EFE3CFA6-9E77-42FD-8296-23EA0AF5F2F9}" destId="{18A85C16-6BE2-4B52-BEC1-A86AC04F448F}" srcOrd="0" destOrd="0" presId="urn:microsoft.com/office/officeart/2018/5/layout/IconCircleLabelList"/>
    <dgm:cxn modelId="{3DDAA2B8-3994-4A04-A515-4F7D318B2461}" srcId="{0F3DF632-59C8-45D2-9F2E-DA9B6865E95A}" destId="{EFE3CFA6-9E77-42FD-8296-23EA0AF5F2F9}" srcOrd="2" destOrd="0" parTransId="{B91D0BB7-2598-44AE-927B-BFC022DC1261}" sibTransId="{19B68C14-87FE-4C54-A2DE-BC548555EAA3}"/>
    <dgm:cxn modelId="{30BD5EC9-4216-4361-A0A3-DDFB39D0F2F1}" srcId="{0F3DF632-59C8-45D2-9F2E-DA9B6865E95A}" destId="{BC19DBA2-38B9-40F0-A4D5-E304A6460BEE}" srcOrd="0" destOrd="0" parTransId="{A602D151-29D7-4801-814C-1AE4A8C9F6F8}" sibTransId="{AF9528FA-CFCA-452A-9904-D87BB3018204}"/>
    <dgm:cxn modelId="{744736DA-B148-4939-93D3-0DEA618C0488}" type="presOf" srcId="{52A7635D-2681-484E-8831-B0E4B96F2828}" destId="{68DF5451-0291-4816-90A7-DB6F75717047}" srcOrd="0" destOrd="0" presId="urn:microsoft.com/office/officeart/2018/5/layout/IconCircleLabelList"/>
    <dgm:cxn modelId="{071E6CE8-CE86-4FD7-B731-A0FD3297A867}" srcId="{0F3DF632-59C8-45D2-9F2E-DA9B6865E95A}" destId="{52A7635D-2681-484E-8831-B0E4B96F2828}" srcOrd="3" destOrd="0" parTransId="{62D0AF05-CA12-4EC4-A10E-5985085C4CE4}" sibTransId="{9675D4EB-044F-4CD8-95DD-FD2D5505817B}"/>
    <dgm:cxn modelId="{AE8BD3EA-DC8D-4056-A719-3045AD5F11F3}" type="presOf" srcId="{BC19DBA2-38B9-40F0-A4D5-E304A6460BEE}" destId="{25A8685A-4FD0-4623-9115-129F0162C866}" srcOrd="0" destOrd="0" presId="urn:microsoft.com/office/officeart/2018/5/layout/IconCircleLabelList"/>
    <dgm:cxn modelId="{DED46DF6-7D83-4346-A5EE-4B94CBB3167B}" srcId="{0F3DF632-59C8-45D2-9F2E-DA9B6865E95A}" destId="{7324122A-767B-4A89-8662-FB32D522B3FA}" srcOrd="4" destOrd="0" parTransId="{D254C9B0-2200-4227-A0D9-DCCA8E0392C9}" sibTransId="{6A9A8D77-B6C6-49AE-A23E-14A2B1F2FF5F}"/>
    <dgm:cxn modelId="{FC30AE7A-5681-4F39-B688-FDA0FADFB56B}" type="presParOf" srcId="{4E7BCA94-850E-4AEF-AC4F-70D03BBDAFB6}" destId="{9893BC70-E2F3-49B3-A537-F75219E30E4B}" srcOrd="0" destOrd="0" presId="urn:microsoft.com/office/officeart/2018/5/layout/IconCircleLabelList"/>
    <dgm:cxn modelId="{B04538CC-7267-4814-90DF-FE8F9CDC365F}" type="presParOf" srcId="{9893BC70-E2F3-49B3-A537-F75219E30E4B}" destId="{059B5ED1-B666-42C5-9738-CD7AD7D4E81A}" srcOrd="0" destOrd="0" presId="urn:microsoft.com/office/officeart/2018/5/layout/IconCircleLabelList"/>
    <dgm:cxn modelId="{BE7BE862-4AE8-4605-A0D7-5BEE0CFA4FCF}" type="presParOf" srcId="{9893BC70-E2F3-49B3-A537-F75219E30E4B}" destId="{437E2B30-573D-4824-A44D-798343FC6E99}" srcOrd="1" destOrd="0" presId="urn:microsoft.com/office/officeart/2018/5/layout/IconCircleLabelList"/>
    <dgm:cxn modelId="{653614C9-783A-4553-B5B8-DDD2687E1B76}" type="presParOf" srcId="{9893BC70-E2F3-49B3-A537-F75219E30E4B}" destId="{CF180C58-8C5A-42A1-A4A3-BF463ED46F2B}" srcOrd="2" destOrd="0" presId="urn:microsoft.com/office/officeart/2018/5/layout/IconCircleLabelList"/>
    <dgm:cxn modelId="{BAB44A0E-7078-48F3-B0F8-16C3F60E96A9}" type="presParOf" srcId="{9893BC70-E2F3-49B3-A537-F75219E30E4B}" destId="{25A8685A-4FD0-4623-9115-129F0162C866}" srcOrd="3" destOrd="0" presId="urn:microsoft.com/office/officeart/2018/5/layout/IconCircleLabelList"/>
    <dgm:cxn modelId="{66C63B6A-3901-477A-B755-2D83D54B8412}" type="presParOf" srcId="{4E7BCA94-850E-4AEF-AC4F-70D03BBDAFB6}" destId="{09FFB496-9C95-4C1E-B8B1-104D275D0BCD}" srcOrd="1" destOrd="0" presId="urn:microsoft.com/office/officeart/2018/5/layout/IconCircleLabelList"/>
    <dgm:cxn modelId="{04FE187C-93CC-4C3B-80C4-A94853A79B2D}" type="presParOf" srcId="{4E7BCA94-850E-4AEF-AC4F-70D03BBDAFB6}" destId="{15BA2B39-AD9E-4030-B85A-27D943B06EB6}" srcOrd="2" destOrd="0" presId="urn:microsoft.com/office/officeart/2018/5/layout/IconCircleLabelList"/>
    <dgm:cxn modelId="{5248BB9F-7590-480B-90D1-5FCCC4ED67A0}" type="presParOf" srcId="{15BA2B39-AD9E-4030-B85A-27D943B06EB6}" destId="{0B0E1BFD-9101-4DE2-9825-EF075A87F27C}" srcOrd="0" destOrd="0" presId="urn:microsoft.com/office/officeart/2018/5/layout/IconCircleLabelList"/>
    <dgm:cxn modelId="{FB7D2A33-0300-4B12-B92E-9A848D53242F}" type="presParOf" srcId="{15BA2B39-AD9E-4030-B85A-27D943B06EB6}" destId="{86A912C7-E00E-41D7-A524-D762DBA08EAF}" srcOrd="1" destOrd="0" presId="urn:microsoft.com/office/officeart/2018/5/layout/IconCircleLabelList"/>
    <dgm:cxn modelId="{D724E368-FCEC-4A93-92E2-0AB6F0CAA6DA}" type="presParOf" srcId="{15BA2B39-AD9E-4030-B85A-27D943B06EB6}" destId="{DDB5B5D5-BDBD-436D-8383-1D5026E5AB93}" srcOrd="2" destOrd="0" presId="urn:microsoft.com/office/officeart/2018/5/layout/IconCircleLabelList"/>
    <dgm:cxn modelId="{83342E65-B2DD-4384-ADE3-9162762E361B}" type="presParOf" srcId="{15BA2B39-AD9E-4030-B85A-27D943B06EB6}" destId="{7B433605-07FB-4A84-9910-BBF307ABA399}" srcOrd="3" destOrd="0" presId="urn:microsoft.com/office/officeart/2018/5/layout/IconCircleLabelList"/>
    <dgm:cxn modelId="{6A7CB8B3-11FD-424D-AA5A-E15A0E220062}" type="presParOf" srcId="{4E7BCA94-850E-4AEF-AC4F-70D03BBDAFB6}" destId="{C368F7AD-2B96-410B-9077-52A16AD40594}" srcOrd="3" destOrd="0" presId="urn:microsoft.com/office/officeart/2018/5/layout/IconCircleLabelList"/>
    <dgm:cxn modelId="{FBFB653D-0FFB-44DE-A65D-CB1E6207680C}" type="presParOf" srcId="{4E7BCA94-850E-4AEF-AC4F-70D03BBDAFB6}" destId="{A4C01DAE-BE49-412C-BA2F-141E3B8E2273}" srcOrd="4" destOrd="0" presId="urn:microsoft.com/office/officeart/2018/5/layout/IconCircleLabelList"/>
    <dgm:cxn modelId="{BD8D19F3-5338-4898-8AFB-5BBE12A91BCF}" type="presParOf" srcId="{A4C01DAE-BE49-412C-BA2F-141E3B8E2273}" destId="{06C54138-E3CE-46C7-B8AB-B65C265B8944}" srcOrd="0" destOrd="0" presId="urn:microsoft.com/office/officeart/2018/5/layout/IconCircleLabelList"/>
    <dgm:cxn modelId="{F9C3A419-1D56-4741-A846-107BA20C1582}" type="presParOf" srcId="{A4C01DAE-BE49-412C-BA2F-141E3B8E2273}" destId="{45868453-F331-490E-AA3B-2C79AEF6D294}" srcOrd="1" destOrd="0" presId="urn:microsoft.com/office/officeart/2018/5/layout/IconCircleLabelList"/>
    <dgm:cxn modelId="{B9181F58-1075-4AD9-84EA-277A181343F7}" type="presParOf" srcId="{A4C01DAE-BE49-412C-BA2F-141E3B8E2273}" destId="{116A47C7-A3B2-426C-85C1-71E559F77D8C}" srcOrd="2" destOrd="0" presId="urn:microsoft.com/office/officeart/2018/5/layout/IconCircleLabelList"/>
    <dgm:cxn modelId="{F6C977CE-8E96-48D6-BCCE-FDC5CC25E322}" type="presParOf" srcId="{A4C01DAE-BE49-412C-BA2F-141E3B8E2273}" destId="{18A85C16-6BE2-4B52-BEC1-A86AC04F448F}" srcOrd="3" destOrd="0" presId="urn:microsoft.com/office/officeart/2018/5/layout/IconCircleLabelList"/>
    <dgm:cxn modelId="{B280CD9E-6BF2-4383-A131-47AC7A2031DC}" type="presParOf" srcId="{4E7BCA94-850E-4AEF-AC4F-70D03BBDAFB6}" destId="{578206CA-1DC6-4801-ADC2-B4D902E142C1}" srcOrd="5" destOrd="0" presId="urn:microsoft.com/office/officeart/2018/5/layout/IconCircleLabelList"/>
    <dgm:cxn modelId="{E6165929-C740-4585-B45D-B5F8F9579A76}" type="presParOf" srcId="{4E7BCA94-850E-4AEF-AC4F-70D03BBDAFB6}" destId="{DD75610E-DECE-46CE-BC2E-01AFFF7156CF}" srcOrd="6" destOrd="0" presId="urn:microsoft.com/office/officeart/2018/5/layout/IconCircleLabelList"/>
    <dgm:cxn modelId="{491D09EA-A521-4B3C-A79E-85E68B9F0066}" type="presParOf" srcId="{DD75610E-DECE-46CE-BC2E-01AFFF7156CF}" destId="{6903E0DF-9728-4459-89BE-E8EA430DB01D}" srcOrd="0" destOrd="0" presId="urn:microsoft.com/office/officeart/2018/5/layout/IconCircleLabelList"/>
    <dgm:cxn modelId="{D69CE8CD-4A56-46B6-8CA8-ED3601EEDFF2}" type="presParOf" srcId="{DD75610E-DECE-46CE-BC2E-01AFFF7156CF}" destId="{45C11A9A-D8E6-4FA6-B1EE-137295DB3D03}" srcOrd="1" destOrd="0" presId="urn:microsoft.com/office/officeart/2018/5/layout/IconCircleLabelList"/>
    <dgm:cxn modelId="{B90B16C5-ABC9-43A9-B962-455B94F9FFAA}" type="presParOf" srcId="{DD75610E-DECE-46CE-BC2E-01AFFF7156CF}" destId="{52F97516-35EB-43C2-91CB-13919E949E14}" srcOrd="2" destOrd="0" presId="urn:microsoft.com/office/officeart/2018/5/layout/IconCircleLabelList"/>
    <dgm:cxn modelId="{EEE5C979-6309-4EB0-88E3-8F83EDF2C425}" type="presParOf" srcId="{DD75610E-DECE-46CE-BC2E-01AFFF7156CF}" destId="{68DF5451-0291-4816-90A7-DB6F75717047}" srcOrd="3" destOrd="0" presId="urn:microsoft.com/office/officeart/2018/5/layout/IconCircleLabelList"/>
    <dgm:cxn modelId="{C936815E-D165-4ADA-8A85-73A1215076CF}" type="presParOf" srcId="{4E7BCA94-850E-4AEF-AC4F-70D03BBDAFB6}" destId="{43787818-823F-4B7A-A220-7886A0AEEE24}" srcOrd="7" destOrd="0" presId="urn:microsoft.com/office/officeart/2018/5/layout/IconCircleLabelList"/>
    <dgm:cxn modelId="{892101B9-C40C-4D1A-B2C9-11CB4E3EF7C6}" type="presParOf" srcId="{4E7BCA94-850E-4AEF-AC4F-70D03BBDAFB6}" destId="{23089C63-8657-4593-A5AC-F41535B76AFA}" srcOrd="8" destOrd="0" presId="urn:microsoft.com/office/officeart/2018/5/layout/IconCircleLabelList"/>
    <dgm:cxn modelId="{59D542A2-C5C3-4B7A-819B-A26F643E4A3A}" type="presParOf" srcId="{23089C63-8657-4593-A5AC-F41535B76AFA}" destId="{189D2FF2-5559-43D3-A9E6-CAEDC10FE12C}" srcOrd="0" destOrd="0" presId="urn:microsoft.com/office/officeart/2018/5/layout/IconCircleLabelList"/>
    <dgm:cxn modelId="{47D63CD3-6700-48DB-B317-1B701BEDF762}" type="presParOf" srcId="{23089C63-8657-4593-A5AC-F41535B76AFA}" destId="{15CD1CFC-DC7E-47DE-A2B7-CC7124AE31EA}" srcOrd="1" destOrd="0" presId="urn:microsoft.com/office/officeart/2018/5/layout/IconCircleLabelList"/>
    <dgm:cxn modelId="{695F4A95-3867-4FA4-BA34-AD731F423932}" type="presParOf" srcId="{23089C63-8657-4593-A5AC-F41535B76AFA}" destId="{33F7490B-0B6C-4DF8-B0BC-135824363CD8}" srcOrd="2" destOrd="0" presId="urn:microsoft.com/office/officeart/2018/5/layout/IconCircleLabelList"/>
    <dgm:cxn modelId="{0B365226-A08C-40AC-A02C-610F8EDBD27D}" type="presParOf" srcId="{23089C63-8657-4593-A5AC-F41535B76AFA}" destId="{2ED1B6FB-3415-405F-B1D7-2471599E169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A4F05-EAFD-462F-B8BE-9998BF1EBAB7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294D65-AD20-4725-8F87-597E50E74AF8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DA0AD-A087-49EA-A563-CF42E6D8DDC7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Modern applications handle sensitive data, PII, health info, payments, credentials</a:t>
          </a:r>
          <a:endParaRPr lang="en-US" sz="1300" kern="1200"/>
        </a:p>
      </dsp:txBody>
      <dsp:txXfrm>
        <a:off x="1312541" y="828340"/>
        <a:ext cx="2148945" cy="911674"/>
      </dsp:txXfrm>
    </dsp:sp>
    <dsp:sp modelId="{258194C6-7C89-4C8C-878B-92D892B83E0F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FBD81A-8452-47EA-B2AD-306BE224638B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340D1-E253-4B22-8B8C-1C8BECB16042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A single vulnerability can lead to data breaches, reputational damage, and financial losses</a:t>
          </a:r>
          <a:endParaRPr lang="en-US" sz="1300" kern="1200"/>
        </a:p>
      </dsp:txBody>
      <dsp:txXfrm>
        <a:off x="4942957" y="828340"/>
        <a:ext cx="2148945" cy="911674"/>
      </dsp:txXfrm>
    </dsp:sp>
    <dsp:sp modelId="{31C6C658-4ADD-4CF9-947B-8EC827064C5F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2451D0-65C8-4894-AFAA-AF58D708FC14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A24BD-8775-4E63-8500-DD942EAD3413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Attackers target apps because they are the easiest entry point compared to hardened networks</a:t>
          </a:r>
          <a:endParaRPr lang="en-US" sz="1300" kern="1200"/>
        </a:p>
      </dsp:txBody>
      <dsp:txXfrm>
        <a:off x="8573374" y="828340"/>
        <a:ext cx="2148945" cy="911674"/>
      </dsp:txXfrm>
    </dsp:sp>
    <dsp:sp modelId="{06D2C6F3-2488-42AD-B2E7-36EDDD144B74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419EFF-94C6-46C9-AFC6-A5A976D2D54E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A0536-75EA-417B-9AB2-2515BA6AB822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AppSec reduces risk early, avoiding costly fixes later in the SDLC</a:t>
          </a:r>
          <a:endParaRPr lang="en-US" sz="1300" kern="1200"/>
        </a:p>
      </dsp:txBody>
      <dsp:txXfrm>
        <a:off x="1312541" y="2452790"/>
        <a:ext cx="2148945" cy="911674"/>
      </dsp:txXfrm>
    </dsp:sp>
    <dsp:sp modelId="{0995D414-2E91-4C62-A600-5E8999E6928E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09EAF3-9585-4173-840B-423BC3C4DCCF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D92058-D081-4004-9898-BD8864644C71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Strong security builds customer trust and supports compliance (HIPAA, PCI, SOC2)</a:t>
          </a:r>
          <a:endParaRPr lang="en-US" sz="1300" kern="1200"/>
        </a:p>
      </dsp:txBody>
      <dsp:txXfrm>
        <a:off x="4942957" y="2452790"/>
        <a:ext cx="2148945" cy="911674"/>
      </dsp:txXfrm>
    </dsp:sp>
    <dsp:sp modelId="{CB36B038-8184-43EF-BC36-B8FB621D4A2A}">
      <dsp:nvSpPr>
        <dsp:cNvPr id="0" name=""/>
        <dsp:cNvSpPr/>
      </dsp:nvSpPr>
      <dsp:spPr>
        <a:xfrm>
          <a:off x="7466341" y="2452790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A40A8A-4CBA-4EF9-ABB5-E4E486932B93}">
      <dsp:nvSpPr>
        <dsp:cNvPr id="0" name=""/>
        <dsp:cNvSpPr/>
      </dsp:nvSpPr>
      <dsp:spPr>
        <a:xfrm>
          <a:off x="7657792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D80834-36F3-4CBD-8944-D8AAD4CB9C45}">
      <dsp:nvSpPr>
        <dsp:cNvPr id="0" name=""/>
        <dsp:cNvSpPr/>
      </dsp:nvSpPr>
      <dsp:spPr>
        <a:xfrm>
          <a:off x="8573374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 dirty="0"/>
            <a:t>Secure applications enable business growth, insecure ones slow it down</a:t>
          </a:r>
          <a:endParaRPr lang="en-US" sz="1300" kern="1200" dirty="0"/>
        </a:p>
      </dsp:txBody>
      <dsp:txXfrm>
        <a:off x="8573374" y="2452790"/>
        <a:ext cx="2148945" cy="911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2A432E-09E6-4843-9F14-AE5C53CCABDD}">
      <dsp:nvSpPr>
        <dsp:cNvPr id="0" name=""/>
        <dsp:cNvSpPr/>
      </dsp:nvSpPr>
      <dsp:spPr>
        <a:xfrm>
          <a:off x="0" y="711410"/>
          <a:ext cx="6666833" cy="73709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Static Application Security Testing</a:t>
          </a:r>
        </a:p>
      </dsp:txBody>
      <dsp:txXfrm>
        <a:off x="35982" y="747392"/>
        <a:ext cx="6594869" cy="665135"/>
      </dsp:txXfrm>
    </dsp:sp>
    <dsp:sp modelId="{768A45E0-5360-49C4-AFF3-67DE00BEEE5D}">
      <dsp:nvSpPr>
        <dsp:cNvPr id="0" name=""/>
        <dsp:cNvSpPr/>
      </dsp:nvSpPr>
      <dsp:spPr>
        <a:xfrm>
          <a:off x="0" y="1534910"/>
          <a:ext cx="6666833" cy="737099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Dynamic Application Security Testing</a:t>
          </a:r>
        </a:p>
      </dsp:txBody>
      <dsp:txXfrm>
        <a:off x="35982" y="1570892"/>
        <a:ext cx="6594869" cy="665135"/>
      </dsp:txXfrm>
    </dsp:sp>
    <dsp:sp modelId="{E44903FC-82A0-4A8D-A61E-3CC02FFE08C2}">
      <dsp:nvSpPr>
        <dsp:cNvPr id="0" name=""/>
        <dsp:cNvSpPr/>
      </dsp:nvSpPr>
      <dsp:spPr>
        <a:xfrm>
          <a:off x="0" y="2358410"/>
          <a:ext cx="6666833" cy="73709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Software Composition Analysis</a:t>
          </a:r>
        </a:p>
      </dsp:txBody>
      <dsp:txXfrm>
        <a:off x="35982" y="2394392"/>
        <a:ext cx="6594869" cy="665135"/>
      </dsp:txXfrm>
    </dsp:sp>
    <dsp:sp modelId="{9F423739-3AF6-46AD-BC07-4F6C03E868AA}">
      <dsp:nvSpPr>
        <dsp:cNvPr id="0" name=""/>
        <dsp:cNvSpPr/>
      </dsp:nvSpPr>
      <dsp:spPr>
        <a:xfrm>
          <a:off x="0" y="3181910"/>
          <a:ext cx="6666833" cy="737099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Interactive Application Security Testing</a:t>
          </a:r>
        </a:p>
      </dsp:txBody>
      <dsp:txXfrm>
        <a:off x="35982" y="3217892"/>
        <a:ext cx="6594869" cy="665135"/>
      </dsp:txXfrm>
    </dsp:sp>
    <dsp:sp modelId="{3E7B4FFD-F5C9-40C5-99A7-A7BBF8ABC709}">
      <dsp:nvSpPr>
        <dsp:cNvPr id="0" name=""/>
        <dsp:cNvSpPr/>
      </dsp:nvSpPr>
      <dsp:spPr>
        <a:xfrm>
          <a:off x="0" y="4005410"/>
          <a:ext cx="6666833" cy="73709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Manual Testing/ penetration Testing</a:t>
          </a:r>
        </a:p>
      </dsp:txBody>
      <dsp:txXfrm>
        <a:off x="35982" y="4041392"/>
        <a:ext cx="6594869" cy="6651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AF02DB-0C5D-416C-88F0-0FC249524E2D}">
      <dsp:nvSpPr>
        <dsp:cNvPr id="0" name=""/>
        <dsp:cNvSpPr/>
      </dsp:nvSpPr>
      <dsp:spPr>
        <a:xfrm>
          <a:off x="0" y="0"/>
          <a:ext cx="6104708" cy="4927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Identify assets and trust boundaries</a:t>
          </a:r>
          <a:endParaRPr lang="en-US" sz="2100" kern="1200"/>
        </a:p>
      </dsp:txBody>
      <dsp:txXfrm>
        <a:off x="14433" y="14433"/>
        <a:ext cx="5531336" cy="463899"/>
      </dsp:txXfrm>
    </dsp:sp>
    <dsp:sp modelId="{7CE6F331-FA24-4F7A-8A51-A90D6D10A37F}">
      <dsp:nvSpPr>
        <dsp:cNvPr id="0" name=""/>
        <dsp:cNvSpPr/>
      </dsp:nvSpPr>
      <dsp:spPr>
        <a:xfrm>
          <a:off x="511269" y="582359"/>
          <a:ext cx="6104708" cy="4927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Think like an attacker early</a:t>
          </a:r>
          <a:endParaRPr lang="en-US" sz="2100" kern="1200"/>
        </a:p>
      </dsp:txBody>
      <dsp:txXfrm>
        <a:off x="525702" y="596792"/>
        <a:ext cx="5244275" cy="463899"/>
      </dsp:txXfrm>
    </dsp:sp>
    <dsp:sp modelId="{BCC1A541-0AEA-41BD-8E68-3A8B89716DC6}">
      <dsp:nvSpPr>
        <dsp:cNvPr id="0" name=""/>
        <dsp:cNvSpPr/>
      </dsp:nvSpPr>
      <dsp:spPr>
        <a:xfrm>
          <a:off x="1014907" y="1164718"/>
          <a:ext cx="6104708" cy="4927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Catch architectural flaws before code exists</a:t>
          </a:r>
          <a:endParaRPr lang="en-US" sz="2100" kern="1200"/>
        </a:p>
      </dsp:txBody>
      <dsp:txXfrm>
        <a:off x="1029340" y="1179151"/>
        <a:ext cx="5251906" cy="463899"/>
      </dsp:txXfrm>
    </dsp:sp>
    <dsp:sp modelId="{5E5FC1C0-6F2A-4FB4-8E97-DAC4530B36DC}">
      <dsp:nvSpPr>
        <dsp:cNvPr id="0" name=""/>
        <dsp:cNvSpPr/>
      </dsp:nvSpPr>
      <dsp:spPr>
        <a:xfrm>
          <a:off x="1526177" y="1747078"/>
          <a:ext cx="6104708" cy="4927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Tools compensate for missing threat models</a:t>
          </a:r>
          <a:endParaRPr lang="en-US" sz="2100" kern="1200"/>
        </a:p>
      </dsp:txBody>
      <dsp:txXfrm>
        <a:off x="1540610" y="1761511"/>
        <a:ext cx="5244275" cy="463899"/>
      </dsp:txXfrm>
    </dsp:sp>
    <dsp:sp modelId="{9A65C58D-5890-4FD6-B2BD-AE18CFF9DE0C}">
      <dsp:nvSpPr>
        <dsp:cNvPr id="0" name=""/>
        <dsp:cNvSpPr/>
      </dsp:nvSpPr>
      <dsp:spPr>
        <a:xfrm>
          <a:off x="5784411" y="377413"/>
          <a:ext cx="320297" cy="32029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856478" y="377413"/>
        <a:ext cx="176163" cy="241023"/>
      </dsp:txXfrm>
    </dsp:sp>
    <dsp:sp modelId="{FE3E7B9C-E7A1-4959-A6B0-E2E2E8F813BA}">
      <dsp:nvSpPr>
        <dsp:cNvPr id="0" name=""/>
        <dsp:cNvSpPr/>
      </dsp:nvSpPr>
      <dsp:spPr>
        <a:xfrm>
          <a:off x="6295680" y="959773"/>
          <a:ext cx="320297" cy="32029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367747" y="959773"/>
        <a:ext cx="176163" cy="241023"/>
      </dsp:txXfrm>
    </dsp:sp>
    <dsp:sp modelId="{839A3A3A-E7F5-485A-8E21-5F28D7F811A3}">
      <dsp:nvSpPr>
        <dsp:cNvPr id="0" name=""/>
        <dsp:cNvSpPr/>
      </dsp:nvSpPr>
      <dsp:spPr>
        <a:xfrm>
          <a:off x="6799318" y="1542132"/>
          <a:ext cx="320297" cy="32029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871385" y="1542132"/>
        <a:ext cx="176163" cy="2410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9E6334-9475-46F0-8F03-7D7268F53682}">
      <dsp:nvSpPr>
        <dsp:cNvPr id="0" name=""/>
        <dsp:cNvSpPr/>
      </dsp:nvSpPr>
      <dsp:spPr>
        <a:xfrm>
          <a:off x="68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77F2FA-3664-40F7-9846-F338016F45A0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82AA2-D073-4D9C-A88E-F77E1F3703C4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Reduce actual business risk</a:t>
          </a:r>
          <a:endParaRPr lang="en-US" sz="1600" kern="1200"/>
        </a:p>
      </dsp:txBody>
      <dsp:txXfrm>
        <a:off x="333914" y="2456402"/>
        <a:ext cx="1800000" cy="720000"/>
      </dsp:txXfrm>
    </dsp:sp>
    <dsp:sp modelId="{9ADCB119-10CF-42F3-85E3-47358214643E}">
      <dsp:nvSpPr>
        <dsp:cNvPr id="0" name=""/>
        <dsp:cNvSpPr/>
      </dsp:nvSpPr>
      <dsp:spPr>
        <a:xfrm>
          <a:off x="279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C1D49C-158F-4F14-A863-B21F225EC994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7954D-B0F2-4667-9D59-2A3B18774A51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Enable teams to ship safely</a:t>
          </a:r>
          <a:endParaRPr lang="en-US" sz="1600" kern="1200"/>
        </a:p>
      </dsp:txBody>
      <dsp:txXfrm>
        <a:off x="2448914" y="2456402"/>
        <a:ext cx="1800000" cy="720000"/>
      </dsp:txXfrm>
    </dsp:sp>
    <dsp:sp modelId="{B7FA7089-3803-46D9-89D4-058A5565F449}">
      <dsp:nvSpPr>
        <dsp:cNvPr id="0" name=""/>
        <dsp:cNvSpPr/>
      </dsp:nvSpPr>
      <dsp:spPr>
        <a:xfrm>
          <a:off x="491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0B3B55-C819-4AFA-AF75-2138548CFAB4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61BC44-8E8A-454A-9421-62EDFA6BADF0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Prevent repeat vulnerability patterns</a:t>
          </a:r>
          <a:endParaRPr lang="en-US" sz="1600" kern="1200"/>
        </a:p>
      </dsp:txBody>
      <dsp:txXfrm>
        <a:off x="4563914" y="2456402"/>
        <a:ext cx="1800000" cy="720000"/>
      </dsp:txXfrm>
    </dsp:sp>
    <dsp:sp modelId="{FF6846DB-14A2-42E3-86E3-AE8B962B1D0A}">
      <dsp:nvSpPr>
        <dsp:cNvPr id="0" name=""/>
        <dsp:cNvSpPr/>
      </dsp:nvSpPr>
      <dsp:spPr>
        <a:xfrm>
          <a:off x="702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28E3B-A8E4-4AF7-BCC8-F2FFC8C5D9F7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D025B-93DB-41DD-ABCB-C09D69E6E53A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Build security into engineering culture</a:t>
          </a:r>
          <a:endParaRPr lang="en-US" sz="1600" kern="1200"/>
        </a:p>
      </dsp:txBody>
      <dsp:txXfrm>
        <a:off x="6678914" y="2456402"/>
        <a:ext cx="1800000" cy="720000"/>
      </dsp:txXfrm>
    </dsp:sp>
    <dsp:sp modelId="{BD7A671B-6CE8-44D0-B4CF-0F11794E063F}">
      <dsp:nvSpPr>
        <dsp:cNvPr id="0" name=""/>
        <dsp:cNvSpPr/>
      </dsp:nvSpPr>
      <dsp:spPr>
        <a:xfrm>
          <a:off x="914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399786-ACC8-46CB-BC49-852A87AC5AC4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2E301-4A4D-4E33-A4ED-5CB51CBEEC3E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Earn trust, not enforce fear</a:t>
          </a:r>
          <a:endParaRPr lang="en-US" sz="1600" kern="1200"/>
        </a:p>
      </dsp:txBody>
      <dsp:txXfrm>
        <a:off x="8793914" y="24564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1516A8-7B0E-4441-9EE7-2A141C605034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43D0B5-E280-4ED6-BBD3-324813A85C70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0A497-2E97-482B-957E-D2F260816CCA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How web applications actually work</a:t>
          </a:r>
        </a:p>
      </dsp:txBody>
      <dsp:txXfrm>
        <a:off x="333914" y="2456402"/>
        <a:ext cx="1800000" cy="720000"/>
      </dsp:txXfrm>
    </dsp:sp>
    <dsp:sp modelId="{13646026-12C3-48B7-819A-97D3B33D095D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26BD6-691B-4FC3-8BB8-046EC7A0CE67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3AFDB-6F84-48AF-8795-157B4B0283B8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Scripting languages (Python, JS, Bash)</a:t>
          </a:r>
        </a:p>
      </dsp:txBody>
      <dsp:txXfrm>
        <a:off x="2448914" y="2456402"/>
        <a:ext cx="1800000" cy="720000"/>
      </dsp:txXfrm>
    </dsp:sp>
    <dsp:sp modelId="{F22360A6-E85A-4D53-A53A-54F35FF45961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FF58D-1026-466A-A168-C893B6B6ADEE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7AEA3-86EA-415F-B82E-05E6E4B36B46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Reading and understanding code</a:t>
          </a:r>
        </a:p>
      </dsp:txBody>
      <dsp:txXfrm>
        <a:off x="4563914" y="2456402"/>
        <a:ext cx="1800000" cy="720000"/>
      </dsp:txXfrm>
    </dsp:sp>
    <dsp:sp modelId="{383A7B9B-C133-4459-8737-655916DEAAB5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BC140B-4A4A-4F49-A96B-0DACE546F37B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6B90A-7170-4A6C-882E-64D885504742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Basic threat modeling mindset</a:t>
          </a:r>
        </a:p>
      </dsp:txBody>
      <dsp:txXfrm>
        <a:off x="6678914" y="2456402"/>
        <a:ext cx="1800000" cy="720000"/>
      </dsp:txXfrm>
    </dsp:sp>
    <dsp:sp modelId="{94BAF283-9DCC-4BDE-AE2A-ACA14F3AF8CF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561540-170D-4371-817B-44673E923A2C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1A5E1-C365-4E0F-B96F-BDE5C2A43212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Curiosity over certifications</a:t>
          </a:r>
        </a:p>
      </dsp:txBody>
      <dsp:txXfrm>
        <a:off x="8793914" y="2456402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B5ED1-B666-42C5-9738-CD7AD7D4E81A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7E2B30-573D-4824-A44D-798343FC6E99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8685A-4FD0-4623-9115-129F0162C866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Transition from dev, QA, or infra roles</a:t>
          </a:r>
          <a:endParaRPr lang="en-US" sz="1700" kern="1200"/>
        </a:p>
      </dsp:txBody>
      <dsp:txXfrm>
        <a:off x="333914" y="2456402"/>
        <a:ext cx="1800000" cy="720000"/>
      </dsp:txXfrm>
    </dsp:sp>
    <dsp:sp modelId="{0B0E1BFD-9101-4DE2-9825-EF075A87F27C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912C7-E00E-41D7-A524-D762DBA08EAF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33605-07FB-4A84-9910-BBF307ABA399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Learn common vulnerability classes deeply</a:t>
          </a:r>
          <a:endParaRPr lang="en-US" sz="1700" kern="1200"/>
        </a:p>
      </dsp:txBody>
      <dsp:txXfrm>
        <a:off x="2448914" y="2456402"/>
        <a:ext cx="1800000" cy="720000"/>
      </dsp:txXfrm>
    </dsp:sp>
    <dsp:sp modelId="{06C54138-E3CE-46C7-B8AB-B65C265B8944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868453-F331-490E-AA3B-2C79AEF6D294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85C16-6BE2-4B52-BEC1-A86AC04F448F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Build hands-on labs &amp; test applications</a:t>
          </a:r>
          <a:endParaRPr lang="en-US" sz="1700" kern="1200"/>
        </a:p>
      </dsp:txBody>
      <dsp:txXfrm>
        <a:off x="4563914" y="2456402"/>
        <a:ext cx="1800000" cy="720000"/>
      </dsp:txXfrm>
    </dsp:sp>
    <dsp:sp modelId="{6903E0DF-9728-4459-89BE-E8EA430DB01D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11A9A-D8E6-4FA6-B1EE-137295DB3D03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DF5451-0291-4816-90A7-DB6F75717047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Read breach postmortems</a:t>
          </a:r>
          <a:endParaRPr lang="en-US" sz="1700" kern="1200"/>
        </a:p>
      </dsp:txBody>
      <dsp:txXfrm>
        <a:off x="6678914" y="2456402"/>
        <a:ext cx="1800000" cy="720000"/>
      </dsp:txXfrm>
    </dsp:sp>
    <dsp:sp modelId="{189D2FF2-5559-43D3-A9E6-CAEDC10FE12C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D1CFC-DC7E-47DE-A2B7-CC7124AE31EA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1B6FB-3415-405F-B1D7-2471599E169B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Think like an attacker, act like a defender</a:t>
          </a:r>
          <a:endParaRPr lang="en-US" sz="1700" kern="1200"/>
        </a:p>
      </dsp:txBody>
      <dsp:txXfrm>
        <a:off x="8793914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6AD3E-CD2C-42B5-9DB1-A6C0590B35D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4DE70-EFC9-4057-B02C-6E8E8622D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56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is B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4DE70-EFC9-4057-B02C-6E8E8622D6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9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is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4DE70-EFC9-4057-B02C-6E8E8622D6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IS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4DE70-EFC9-4057-B02C-6E8E8622D6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11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55A4B-CA18-C123-6EE6-771903CE5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1DC87-D744-A111-07C4-1BA57BF24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CAE96-4510-E97F-1DA8-D1F02335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6972-8C0F-4963-8330-44509692F5C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378DC-9C9D-A2AE-9CCE-09175E78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BCC96-89B4-98EA-FC53-5AF232E0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58CA-73D6-4114-BFB7-AB84C0D9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802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8E4F3-B735-5319-B800-FAC01266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03254-8CB7-D1DE-80A6-20B0201CA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85D4A-18CD-6A27-DC93-31AD0CFD9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6972-8C0F-4963-8330-44509692F5C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7CD75-15CE-D767-66DA-5E1021002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0D9DE-9CC3-D6EA-1DA3-592797E6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58CA-73D6-4114-BFB7-AB84C0D9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20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3A6E-D0E7-6EA6-6572-EBBEAD758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39B91-7D0B-187A-C176-47526B1ED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F797C-52C8-6128-6931-A43706736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6972-8C0F-4963-8330-44509692F5C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3E464-C45D-4F51-5898-09BBCB095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BA857-A1B9-9476-605D-C5FC31752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58CA-73D6-4114-BFB7-AB84C0D9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9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54863-BDD7-55E3-BABF-19F4A1760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7C975-B69D-052E-6BAD-A78BEE1529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3FD23-299D-8083-44FF-C937680B0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FE60C-D150-0CFD-F6F1-D24D0835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6972-8C0F-4963-8330-44509692F5C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1CDE1-6467-B037-55D0-DCB131C9C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772F1-250F-1FDC-3B38-6AE22D1F4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58CA-73D6-4114-BFB7-AB84C0D9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1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00CF8-68EC-6531-B933-D5B819FC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93F54-F38E-9E0F-DAE2-E0574E0B8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030F8-DB5F-3E9B-CB0C-64893FDBC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3DB247-D815-DBDE-73E2-5FC977C12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821CC-90EB-E09F-1EE8-03CFB1375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6F9910-AF4B-D633-11B3-E0C140810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6972-8C0F-4963-8330-44509692F5C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4B5D37-B8F2-CA9D-71DC-CBC10B1E9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61DAAE-E0E3-C06D-25CD-E93D69F89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58CA-73D6-4114-BFB7-AB84C0D9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1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4F7E-F9FE-0FCF-B1F0-C1094EA5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8536F-E2CA-4955-38D4-77906FBF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6972-8C0F-4963-8330-44509692F5C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F5090E-B71F-DB33-C79A-82B6050A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8F91B-C241-3B0A-8FF5-646E5813D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58CA-73D6-4114-BFB7-AB84C0D9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55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CF020-CA03-9D9C-00AB-AB520D12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6972-8C0F-4963-8330-44509692F5C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FB9BB-C692-54CC-0922-F5F3F9DE6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47467-2F2F-E6AE-6819-88E303CE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58CA-73D6-4114-BFB7-AB84C0D9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05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81099-CDA6-0736-A392-F9B206D2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95682-04F3-ADE0-B206-92AE28427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9BD37-4AB9-F8FA-FAC6-427F07754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4F2B9-2F63-F2BE-096D-E3A7B66DD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6972-8C0F-4963-8330-44509692F5C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2484A-3D6F-34C0-AED7-CCF70CD5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59909-5C5A-C8F6-A7DD-783059511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58CA-73D6-4114-BFB7-AB84C0D9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0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2783C-2833-4184-DF15-B7339D1C1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1BBD2A-914B-471C-6F64-63D51BFA2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5F68D-DDA6-F9E9-8987-4CEE9E5ED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0FA42-B2F1-EB97-B40E-88D96459C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6972-8C0F-4963-8330-44509692F5C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4E272-9528-8F92-10F9-B915F80F8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A838D-AFDC-667F-9714-B813BDD7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58CA-73D6-4114-BFB7-AB84C0D9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04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B91C-7044-37A0-CF80-1EEAE8D6F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222B5-C624-D1FD-833C-CB87A1060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CDAF4-D9F0-EB97-0067-612D1037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6972-8C0F-4963-8330-44509692F5C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A6BEF-531C-9BD8-2A13-8F44A47FB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69B02-5F88-62A3-C77F-11E969A6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58CA-73D6-4114-BFB7-AB84C0D9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B0D67-425D-97CC-9962-787494AAFE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805CB-5AA7-0C24-26F7-22F69E593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C5972-65A7-E186-1462-1123C9732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6972-8C0F-4963-8330-44509692F5C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97C7C-2855-1650-1FEF-B1BFC75E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1FD38-A446-2691-B5D6-E3663C5A1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58CA-73D6-4114-BFB7-AB84C0D9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77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4EBCD8-C96F-CD04-4D6E-55F906102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775A0-89BC-BCAD-8510-D3FD9FBA5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2827C-B3ED-377E-9EB4-05EF14A91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36972-8C0F-4963-8330-44509692F5C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8A91B-AF7B-53FF-9B57-5D79E82C6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B34DD-ADD0-E2A2-0AFD-FA35B48C8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D458CA-73D6-4114-BFB7-AB84C0D9E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86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5BDCD-CE42-AD6E-24B0-517B27BAA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Appsec Really works in real world- Beyond the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04E12B-46DC-4F00-AD4E-B726BDDBF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By Dhruvi Bhagat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280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1FCDD-C517-4C91-1CAC-0BF44DDF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5B0E4F-5D2C-93BE-F324-BAED18856B06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Expectation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8892526-22CD-0F42-4B39-47A65EC41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/>
              <a:t> Everything works perfectly in CI/CD pipelines</a:t>
            </a:r>
          </a:p>
          <a:p>
            <a:pPr lvl="0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/>
              <a:t> Nothing breaks when security tools are added</a:t>
            </a:r>
          </a:p>
          <a:p>
            <a:pPr lvl="0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/>
              <a:t> If an application is not vulnerable today, it will not be vulnerable   tomorrow</a:t>
            </a:r>
          </a:p>
          <a:p>
            <a:pPr lvl="0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/>
              <a:t> We can fix every vulnerability</a:t>
            </a:r>
          </a:p>
          <a:p>
            <a:pPr lvl="0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/>
              <a:t> There exist zero</a:t>
            </a:r>
            <a:r>
              <a:rPr lang="en-US" altLang="en-US" sz="2000" i="1"/>
              <a:t> </a:t>
            </a:r>
            <a:r>
              <a:rPr lang="en-US" altLang="en-US" sz="2000"/>
              <a:t>vulnerabilities in the system</a:t>
            </a:r>
          </a:p>
          <a:p>
            <a:pPr lvl="0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/>
              <a:t> Developers will always prioritize security fixes immediately</a:t>
            </a:r>
          </a:p>
          <a:p>
            <a:pPr lvl="0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/>
              <a:t> Tools will catch everything and produce no false positives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53729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AA111-7DDF-CFEF-2955-6147E62D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Reality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710B222-466D-A38E-3991-CDECB03EA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Pipelines break, build failures happen, especially when integrating security tools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 not vulnerable today can become vulnerable tomorrow due to new CVEs, dependencies, misconfigurations, or feature changes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can remediate most vulnerabilities, but not all; some require refactoring, budget, or architectural changes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Low‑severity vulnerabilities will always exist in production; the goal is to manage them, not eliminate them completely</a:t>
            </a:r>
          </a:p>
        </p:txBody>
      </p:sp>
    </p:spTree>
    <p:extLst>
      <p:ext uri="{BB962C8B-B14F-4D97-AF65-F5344CB8AC3E}">
        <p14:creationId xmlns:p14="http://schemas.microsoft.com/office/powerpoint/2010/main" val="3256210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D3C13-DD81-8DD5-8474-10C297734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does application security matter?</a:t>
            </a:r>
          </a:p>
        </p:txBody>
      </p:sp>
      <p:graphicFrame>
        <p:nvGraphicFramePr>
          <p:cNvPr id="8" name="Rectangle 2">
            <a:extLst>
              <a:ext uri="{FF2B5EF4-FFF2-40B4-BE49-F238E27FC236}">
                <a16:creationId xmlns:a16="http://schemas.microsoft.com/office/drawing/2014/main" id="{2F8AE02D-FC84-36A6-DEC1-CC6D8A1E1D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83721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3865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AFA97-E94D-6A95-76A5-72CFC626D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application security testing and its types?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F2F91-AB5C-769D-7B8D-4D08DE2CD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Security Testing refers to a set of practices and tools used to find vulnerabilities in an application’s code, architecture, configurations, and behavior that attackers can exploit.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helps answer questions like: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- Is my code secure?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- Is my application architecture exposing risk?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- Are we using libraries safely?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- Can attackers exploit a flaw in production?</a:t>
            </a:r>
          </a:p>
        </p:txBody>
      </p:sp>
    </p:spTree>
    <p:extLst>
      <p:ext uri="{BB962C8B-B14F-4D97-AF65-F5344CB8AC3E}">
        <p14:creationId xmlns:p14="http://schemas.microsoft.com/office/powerpoint/2010/main" val="471794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27344C-43E0-73D0-9E0E-95EC1449E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2AF4E0-3B31-49EF-835D-BB2622578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application security testing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A14B8B-4AB5-B146-9408-B762D17BC5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387967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1410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A3A8-8C53-D186-3E73-6F934EBD5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modeling- where Appsec Really begins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80D94717-1D56-F7FE-033E-03BB9478C9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94466"/>
          <a:ext cx="7630886" cy="2239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7E918A8-57BE-E171-A5E0-4D5042638098}"/>
              </a:ext>
            </a:extLst>
          </p:cNvPr>
          <p:cNvSpPr txBox="1"/>
          <p:nvPr/>
        </p:nvSpPr>
        <p:spPr>
          <a:xfrm>
            <a:off x="838200" y="4521858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Message: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amount of tools can fix a broken design.</a:t>
            </a:r>
          </a:p>
        </p:txBody>
      </p:sp>
    </p:spTree>
    <p:extLst>
      <p:ext uri="{BB962C8B-B14F-4D97-AF65-F5344CB8AC3E}">
        <p14:creationId xmlns:p14="http://schemas.microsoft.com/office/powerpoint/2010/main" val="1427395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AC46FD-4065-B653-04A9-C1073FB44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F9FD0-DB69-A180-64B0-24D0F33FB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pillars of AppSec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B3D2F6B-4593-9061-24EB-3F48547B65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Discovery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Understanding what exists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Deciding what matters most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Enablement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Helping dev teams fix issues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Governance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Setting standards and guardrails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Integrating where it helps, not everywhere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431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223DC-7AE9-B0A7-6E68-58F077500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SAST and DAST actually make sense?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E6A3D-E738-767C-D2D8-4B6F7D92B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SAST – When It Makes Sense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Custom-developed applications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 is accessible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code churn / frequent releases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handling sensitive data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DAST – When It Makes Sense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applications with stable URLs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Internet-facing or externally accessible apps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with authentication flows supported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Pre-prod / staging environments available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Message: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every application requires every scan; context matters.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012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D97689-A359-2DE4-D8A8-DC05631A6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are the popular tools?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DFAF9F-25DC-636B-D36E-19FD0B707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Fortify (SAST)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Sonatype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Nexus (SCA)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Anycode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(DAST)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Armorcode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(Vulnerability Management)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Veracode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Burpsuite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tools ≠  same security outcomes across the organization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826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28424-3CDF-DE57-6924-73A655EF0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Goals of an Appsec engineer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E8E8E9D-AD44-336A-90D0-8D288EBF92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27312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3221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BD89D-3246-56B1-C71F-CE3B3FF38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to do when vulnerabilities are found in production?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FDF9A-1460-F1A3-E5E3-215118CD7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lphaUcParenR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Panic and stop all deployments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lphaUcParenR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exploitability and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impact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lphaUcParenR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 a Jira ticket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lphaUcParenR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Immediately deploy a fix without analysis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&gt; Reaction</a:t>
            </a:r>
          </a:p>
        </p:txBody>
      </p:sp>
    </p:spTree>
    <p:extLst>
      <p:ext uri="{BB962C8B-B14F-4D97-AF65-F5344CB8AC3E}">
        <p14:creationId xmlns:p14="http://schemas.microsoft.com/office/powerpoint/2010/main" val="891573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49763-9E34-78BE-2E24-D066A8A49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6D9AE-A43D-DF73-97DA-C6CAAEE1B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to do when vulnerabilities are found in production? Continue..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8982E63-7130-693C-2EFD-5194231AD2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Continuous monitoring is mandatory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Validate threat, not just severity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Communicate clearly with dev &amp; stakeholders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Decide: fix, mitigate, or temporarily accept risk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Track resolution and learn from the incident</a:t>
            </a:r>
          </a:p>
        </p:txBody>
      </p:sp>
    </p:spTree>
    <p:extLst>
      <p:ext uri="{BB962C8B-B14F-4D97-AF65-F5344CB8AC3E}">
        <p14:creationId xmlns:p14="http://schemas.microsoft.com/office/powerpoint/2010/main" val="4170822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D89E7-A0E7-C930-9EC5-8EDA7CBC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Trust / npm Library Compromise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8C20F-179D-3FC0-3115-310D90C8C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widely used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in your production application is compromised and starts exfiltrating data.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should be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the AppSec team?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Immediately remove the library from production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Rotate all secrets and credentials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Assess exposure, usage, and impact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Shut down the application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14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A33BA-16A4-701D-08A8-DB43382F3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BD188-96C8-7685-109D-A3DC8AC47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021A3-25AC-E235-50BC-F91D2D6A9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fixed version of the library exists, what is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realistic response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Ignore until exploitation is confirmed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Accept risk with no controls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Isolate usage and apply compensating controls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Remove all third-party libraries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“Zero Trust means assuming compromise, including your dependencies.” Risk acceptance is a valid decision when documented.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712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1533D-D8DD-13A8-F2E5-F46958ABF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 that beginner AppSec engineer needs to learn</a:t>
            </a:r>
          </a:p>
        </p:txBody>
      </p:sp>
      <p:graphicFrame>
        <p:nvGraphicFramePr>
          <p:cNvPr id="24" name="Content Placeholder 5">
            <a:extLst>
              <a:ext uri="{FF2B5EF4-FFF2-40B4-BE49-F238E27FC236}">
                <a16:creationId xmlns:a16="http://schemas.microsoft.com/office/drawing/2014/main" id="{98A77E9D-980A-5FC8-6AB2-C6CE90FECE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01901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7843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C23CE3-E648-472A-D5BD-988A807EE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get into Appsec ?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81AF13B-C02C-6A59-3C06-0AD90BA8C5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599354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9659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01871-DBD3-3BBE-4C56-09A021D1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Appsec challenges in the world?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7BF58A-67FB-EB5E-EE83-BDDCE798A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Scale of modern applications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Supply chain attacks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Alert fatigue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Cloud &amp; microservices complexity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AI-generated insecure code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121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F72E1-EE09-23FB-2F0F-9F2631B3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B15FE-049C-2BF6-346D-C27E9F87B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Appsec challenges in the world?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5E0F39-1D86-ED65-5D5F-E01FB97466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AI &amp; Appsec security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AI writes code faster than it understands security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AI scanners increase noise without context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False confidence becomes a new risk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Human judgment is still critical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Truth: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AI assists AppSec; it doesn’t replace it.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101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B910C0-21EB-EE29-4D36-BDA79745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improve as an AppSec engineer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EA9AC6-204D-1FB1-692B-D82674878D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Continuous learning from incidents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systems, not just tools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Better communication with developers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Focus on patterns, not individual bugs</a:t>
            </a:r>
          </a:p>
        </p:txBody>
      </p:sp>
    </p:spTree>
    <p:extLst>
      <p:ext uri="{BB962C8B-B14F-4D97-AF65-F5344CB8AC3E}">
        <p14:creationId xmlns:p14="http://schemas.microsoft.com/office/powerpoint/2010/main" val="1792143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9231B-FC37-8FA9-BBC1-D1491D63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C3FCD-FB6E-D0F3-1672-888B27E57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AppSec is not just vulnerability hunting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AppSec is risk management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Tools are assistants, not solutions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People, context, and judgment matter most</a:t>
            </a:r>
          </a:p>
          <a:p>
            <a:pPr marL="0" indent="0">
              <a:buNone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“That’s how AppSec really works in the real world.”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421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C053A7-1087-D369-8DBC-AF7BA90D4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Q &amp; A</a:t>
            </a:r>
          </a:p>
        </p:txBody>
      </p:sp>
      <p:pic>
        <p:nvPicPr>
          <p:cNvPr id="6" name="Graphic 5" descr="Questions">
            <a:extLst>
              <a:ext uri="{FF2B5EF4-FFF2-40B4-BE49-F238E27FC236}">
                <a16:creationId xmlns:a16="http://schemas.microsoft.com/office/drawing/2014/main" id="{4DEB53FD-F800-2580-A5CA-12276059F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Questions">
            <a:extLst>
              <a:ext uri="{FF2B5EF4-FFF2-40B4-BE49-F238E27FC236}">
                <a16:creationId xmlns:a16="http://schemas.microsoft.com/office/drawing/2014/main" id="{E5049866-B91D-4CBB-9C1E-7D6C96F7A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62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1025</Words>
  <Application>Microsoft Office PowerPoint</Application>
  <PresentationFormat>Widescreen</PresentationFormat>
  <Paragraphs>149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Times New Roman</vt:lpstr>
      <vt:lpstr>Office Theme</vt:lpstr>
      <vt:lpstr>How Appsec Really works in real world- Beyond the tools</vt:lpstr>
      <vt:lpstr>PowerPoint Presentation</vt:lpstr>
      <vt:lpstr>Reality</vt:lpstr>
      <vt:lpstr>Why does application security matter?</vt:lpstr>
      <vt:lpstr>What is application security testing and its types?</vt:lpstr>
      <vt:lpstr>Types of application security testing</vt:lpstr>
      <vt:lpstr>Threat modeling- where Appsec Really begins</vt:lpstr>
      <vt:lpstr>Core pillars of AppSec</vt:lpstr>
      <vt:lpstr>Where SAST and DAST actually make sense?</vt:lpstr>
      <vt:lpstr>Which are the popular tools?</vt:lpstr>
      <vt:lpstr>Real Goals of an Appsec engineer</vt:lpstr>
      <vt:lpstr>What to do when vulnerabilities are found in production? </vt:lpstr>
      <vt:lpstr>What to do when vulnerabilities are found in production? Continue..</vt:lpstr>
      <vt:lpstr>Zero Trust / npm Library Compromise Quiz</vt:lpstr>
      <vt:lpstr>Quiz</vt:lpstr>
      <vt:lpstr>Things that beginner AppSec engineer needs to learn</vt:lpstr>
      <vt:lpstr>How to get into Appsec ?</vt:lpstr>
      <vt:lpstr>Current Appsec challenges in the world?</vt:lpstr>
      <vt:lpstr>Current Appsec challenges in the world?</vt:lpstr>
      <vt:lpstr>How to improve as an AppSec engineer</vt:lpstr>
      <vt:lpstr>Final Takeaway</vt:lpstr>
      <vt:lpstr>   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dhruvi bhagat</dc:creator>
  <cp:lastModifiedBy>dhruvi bhagat</cp:lastModifiedBy>
  <cp:revision>49</cp:revision>
  <dcterms:created xsi:type="dcterms:W3CDTF">2025-11-24T19:51:51Z</dcterms:created>
  <dcterms:modified xsi:type="dcterms:W3CDTF">2025-11-30T14:32:08Z</dcterms:modified>
</cp:coreProperties>
</file>