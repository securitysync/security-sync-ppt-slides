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</p:sldMasterIdLst>
  <p:sldIdLst>
    <p:sldId id="256" r:id="rId2"/>
    <p:sldId id="270" r:id="rId3"/>
    <p:sldId id="257" r:id="rId4"/>
    <p:sldId id="402" r:id="rId5"/>
    <p:sldId id="269" r:id="rId6"/>
    <p:sldId id="258" r:id="rId7"/>
    <p:sldId id="260" r:id="rId8"/>
    <p:sldId id="403" r:id="rId9"/>
    <p:sldId id="261" r:id="rId10"/>
    <p:sldId id="262" r:id="rId11"/>
    <p:sldId id="263" r:id="rId12"/>
    <p:sldId id="404" r:id="rId13"/>
    <p:sldId id="264" r:id="rId14"/>
    <p:sldId id="265" r:id="rId15"/>
    <p:sldId id="267" r:id="rId16"/>
    <p:sldId id="401" r:id="rId17"/>
    <p:sldId id="268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B8F1521-1D58-4536-87A5-0C11B88761A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B411515-382A-4F63-A743-2877B378D7E7}">
      <dgm:prSet/>
      <dgm:spPr/>
      <dgm:t>
        <a:bodyPr/>
        <a:lstStyle/>
        <a:p>
          <a:r>
            <a:rPr lang="en-US" dirty="0"/>
            <a:t>Security Research Lead @QuickHeal</a:t>
          </a:r>
          <a:endParaRPr lang="en-IN" dirty="0"/>
        </a:p>
      </dgm:t>
    </dgm:pt>
    <dgm:pt modelId="{CD4DF351-9B71-45F0-B9B0-86F54B7BB0E7}" type="parTrans" cxnId="{8B9E78BD-A498-40A4-9A6C-C75D9A0877A8}">
      <dgm:prSet/>
      <dgm:spPr/>
      <dgm:t>
        <a:bodyPr/>
        <a:lstStyle/>
        <a:p>
          <a:endParaRPr lang="en-IN"/>
        </a:p>
      </dgm:t>
    </dgm:pt>
    <dgm:pt modelId="{1FF52E29-7F7C-4969-81FE-1D07C69FC9F0}" type="sibTrans" cxnId="{8B9E78BD-A498-40A4-9A6C-C75D9A0877A8}">
      <dgm:prSet/>
      <dgm:spPr/>
      <dgm:t>
        <a:bodyPr/>
        <a:lstStyle/>
        <a:p>
          <a:endParaRPr lang="en-IN"/>
        </a:p>
      </dgm:t>
    </dgm:pt>
    <dgm:pt modelId="{64FA9C74-7F7D-4287-B2F9-38F9F5AB892D}">
      <dgm:prSet/>
      <dgm:spPr/>
      <dgm:t>
        <a:bodyPr/>
        <a:lstStyle/>
        <a:p>
          <a:r>
            <a:rPr lang="en-US" dirty="0"/>
            <a:t>Specializes in malware and threat research</a:t>
          </a:r>
          <a:endParaRPr lang="en-IN" dirty="0"/>
        </a:p>
      </dgm:t>
    </dgm:pt>
    <dgm:pt modelId="{14545ECD-8327-43A6-B502-1D23A67CF1FE}" type="parTrans" cxnId="{01DF00C3-5FCB-4B49-B45A-80FD36AA5993}">
      <dgm:prSet/>
      <dgm:spPr/>
      <dgm:t>
        <a:bodyPr/>
        <a:lstStyle/>
        <a:p>
          <a:endParaRPr lang="en-IN"/>
        </a:p>
      </dgm:t>
    </dgm:pt>
    <dgm:pt modelId="{CBE3B003-B60A-41DD-BE68-A915E53C1D7A}" type="sibTrans" cxnId="{01DF00C3-5FCB-4B49-B45A-80FD36AA5993}">
      <dgm:prSet/>
      <dgm:spPr/>
      <dgm:t>
        <a:bodyPr/>
        <a:lstStyle/>
        <a:p>
          <a:endParaRPr lang="en-IN"/>
        </a:p>
      </dgm:t>
    </dgm:pt>
    <dgm:pt modelId="{9CBC7E31-0C1C-4196-A97E-54CB17D33489}">
      <dgm:prSet/>
      <dgm:spPr/>
      <dgm:t>
        <a:bodyPr/>
        <a:lstStyle/>
        <a:p>
          <a:r>
            <a:rPr lang="en-US"/>
            <a:t>Speaker/Trainer</a:t>
          </a:r>
          <a:endParaRPr lang="en-IN"/>
        </a:p>
      </dgm:t>
    </dgm:pt>
    <dgm:pt modelId="{80683514-D646-46A5-980E-91A30FF0B342}" type="parTrans" cxnId="{BF9278FE-E35D-4884-822C-44E3FC498BFC}">
      <dgm:prSet/>
      <dgm:spPr/>
      <dgm:t>
        <a:bodyPr/>
        <a:lstStyle/>
        <a:p>
          <a:endParaRPr lang="en-IN"/>
        </a:p>
      </dgm:t>
    </dgm:pt>
    <dgm:pt modelId="{5D79AE9C-95AF-4A29-BD38-B463D9969BCC}" type="sibTrans" cxnId="{BF9278FE-E35D-4884-822C-44E3FC498BFC}">
      <dgm:prSet/>
      <dgm:spPr/>
      <dgm:t>
        <a:bodyPr/>
        <a:lstStyle/>
        <a:p>
          <a:endParaRPr lang="en-IN"/>
        </a:p>
      </dgm:t>
    </dgm:pt>
    <dgm:pt modelId="{75398D43-17AD-4207-8A2D-83BC21620517}">
      <dgm:prSet/>
      <dgm:spPr/>
      <dgm:t>
        <a:bodyPr/>
        <a:lstStyle/>
        <a:p>
          <a:r>
            <a:rPr lang="en-US"/>
            <a:t>Youtuber at CryptoW@re</a:t>
          </a:r>
          <a:endParaRPr lang="en-IN"/>
        </a:p>
      </dgm:t>
    </dgm:pt>
    <dgm:pt modelId="{E2EF8077-00E0-4598-883E-3D6F28D07FDC}" type="parTrans" cxnId="{C6A37FC3-1013-45A8-AA0E-9C711CA35B1E}">
      <dgm:prSet/>
      <dgm:spPr/>
      <dgm:t>
        <a:bodyPr/>
        <a:lstStyle/>
        <a:p>
          <a:endParaRPr lang="en-IN"/>
        </a:p>
      </dgm:t>
    </dgm:pt>
    <dgm:pt modelId="{ED938DCD-C7FB-4BE5-8578-5B47669AEDB2}" type="sibTrans" cxnId="{C6A37FC3-1013-45A8-AA0E-9C711CA35B1E}">
      <dgm:prSet/>
      <dgm:spPr/>
      <dgm:t>
        <a:bodyPr/>
        <a:lstStyle/>
        <a:p>
          <a:endParaRPr lang="en-IN"/>
        </a:p>
      </dgm:t>
    </dgm:pt>
    <dgm:pt modelId="{3ECD70FC-C06D-4BA0-AB9B-101A915108D7}">
      <dgm:prSet/>
      <dgm:spPr/>
      <dgm:t>
        <a:bodyPr/>
        <a:lstStyle/>
        <a:p>
          <a:r>
            <a:rPr lang="en-US"/>
            <a:t>Blogger at shrutirupa.hashnode.dev</a:t>
          </a:r>
          <a:endParaRPr lang="en-IN"/>
        </a:p>
      </dgm:t>
    </dgm:pt>
    <dgm:pt modelId="{D4A23166-0F79-43C3-A734-638694C01FCD}" type="parTrans" cxnId="{C0D939F0-6111-409A-A8EB-47E45BC7DFE0}">
      <dgm:prSet/>
      <dgm:spPr/>
      <dgm:t>
        <a:bodyPr/>
        <a:lstStyle/>
        <a:p>
          <a:endParaRPr lang="en-IN"/>
        </a:p>
      </dgm:t>
    </dgm:pt>
    <dgm:pt modelId="{622C97DC-1173-4378-A0AF-D43DC6A49300}" type="sibTrans" cxnId="{C0D939F0-6111-409A-A8EB-47E45BC7DFE0}">
      <dgm:prSet/>
      <dgm:spPr/>
      <dgm:t>
        <a:bodyPr/>
        <a:lstStyle/>
        <a:p>
          <a:endParaRPr lang="en-IN"/>
        </a:p>
      </dgm:t>
    </dgm:pt>
    <dgm:pt modelId="{320BEA50-F33B-4F1B-85DC-2970E7852A45}">
      <dgm:prSet/>
      <dgm:spPr/>
      <dgm:t>
        <a:bodyPr/>
        <a:lstStyle/>
        <a:p>
          <a:r>
            <a:rPr lang="en-US"/>
            <a:t>Philomath</a:t>
          </a:r>
          <a:endParaRPr lang="en-IN"/>
        </a:p>
      </dgm:t>
    </dgm:pt>
    <dgm:pt modelId="{F56468EA-540D-4FB7-8566-5B1AC640A521}" type="parTrans" cxnId="{08811B78-128B-466E-B7FA-14630387E23E}">
      <dgm:prSet/>
      <dgm:spPr/>
      <dgm:t>
        <a:bodyPr/>
        <a:lstStyle/>
        <a:p>
          <a:endParaRPr lang="en-IN"/>
        </a:p>
      </dgm:t>
    </dgm:pt>
    <dgm:pt modelId="{97A5A089-1D98-4671-81F7-EC6B21379DC0}" type="sibTrans" cxnId="{08811B78-128B-466E-B7FA-14630387E23E}">
      <dgm:prSet/>
      <dgm:spPr/>
      <dgm:t>
        <a:bodyPr/>
        <a:lstStyle/>
        <a:p>
          <a:endParaRPr lang="en-IN"/>
        </a:p>
      </dgm:t>
    </dgm:pt>
    <dgm:pt modelId="{977ABB67-70C1-4461-8C19-6D0525A769A6}" type="pres">
      <dgm:prSet presAssocID="{FB8F1521-1D58-4536-87A5-0C11B88761AD}" presName="linear" presStyleCnt="0">
        <dgm:presLayoutVars>
          <dgm:animLvl val="lvl"/>
          <dgm:resizeHandles val="exact"/>
        </dgm:presLayoutVars>
      </dgm:prSet>
      <dgm:spPr/>
    </dgm:pt>
    <dgm:pt modelId="{C47C5B7F-8EAE-4697-ACFC-293212A02511}" type="pres">
      <dgm:prSet presAssocID="{9B411515-382A-4F63-A743-2877B378D7E7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58896ED0-34E7-43A4-B22A-ADD6C1C832AB}" type="pres">
      <dgm:prSet presAssocID="{1FF52E29-7F7C-4969-81FE-1D07C69FC9F0}" presName="spacer" presStyleCnt="0"/>
      <dgm:spPr/>
    </dgm:pt>
    <dgm:pt modelId="{D1C9924F-1FD2-40A6-B777-DAE918194E16}" type="pres">
      <dgm:prSet presAssocID="{64FA9C74-7F7D-4287-B2F9-38F9F5AB892D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3C5DB9B9-E1FE-4B50-8D9F-42F4648AC7A5}" type="pres">
      <dgm:prSet presAssocID="{CBE3B003-B60A-41DD-BE68-A915E53C1D7A}" presName="spacer" presStyleCnt="0"/>
      <dgm:spPr/>
    </dgm:pt>
    <dgm:pt modelId="{2609EBC9-9838-42AA-B4BE-F9A5526F2EA7}" type="pres">
      <dgm:prSet presAssocID="{9CBC7E31-0C1C-4196-A97E-54CB17D33489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D72721D0-98ED-48FA-B136-C6D5014A2EC0}" type="pres">
      <dgm:prSet presAssocID="{5D79AE9C-95AF-4A29-BD38-B463D9969BCC}" presName="spacer" presStyleCnt="0"/>
      <dgm:spPr/>
    </dgm:pt>
    <dgm:pt modelId="{DF636FEF-B877-41B9-A2E0-DB28A1F31977}" type="pres">
      <dgm:prSet presAssocID="{75398D43-17AD-4207-8A2D-83BC21620517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55251A1F-80BD-4D8B-91A8-51A5D7833C8A}" type="pres">
      <dgm:prSet presAssocID="{ED938DCD-C7FB-4BE5-8578-5B47669AEDB2}" presName="spacer" presStyleCnt="0"/>
      <dgm:spPr/>
    </dgm:pt>
    <dgm:pt modelId="{AF3BF63B-F234-403A-A46C-F315F84075F2}" type="pres">
      <dgm:prSet presAssocID="{3ECD70FC-C06D-4BA0-AB9B-101A915108D7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22793263-34AD-4320-991E-3359EEEEE338}" type="pres">
      <dgm:prSet presAssocID="{622C97DC-1173-4378-A0AF-D43DC6A49300}" presName="spacer" presStyleCnt="0"/>
      <dgm:spPr/>
    </dgm:pt>
    <dgm:pt modelId="{F6EC9C15-7BCB-4F67-AD95-FF58D19EBFBF}" type="pres">
      <dgm:prSet presAssocID="{320BEA50-F33B-4F1B-85DC-2970E7852A45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72FD9326-1A23-41E0-BABB-827035BC06E2}" type="presOf" srcId="{9CBC7E31-0C1C-4196-A97E-54CB17D33489}" destId="{2609EBC9-9838-42AA-B4BE-F9A5526F2EA7}" srcOrd="0" destOrd="0" presId="urn:microsoft.com/office/officeart/2005/8/layout/vList2"/>
    <dgm:cxn modelId="{08811B78-128B-466E-B7FA-14630387E23E}" srcId="{FB8F1521-1D58-4536-87A5-0C11B88761AD}" destId="{320BEA50-F33B-4F1B-85DC-2970E7852A45}" srcOrd="5" destOrd="0" parTransId="{F56468EA-540D-4FB7-8566-5B1AC640A521}" sibTransId="{97A5A089-1D98-4671-81F7-EC6B21379DC0}"/>
    <dgm:cxn modelId="{88C84C93-085A-4AE2-A1A0-A28317F8483E}" type="presOf" srcId="{FB8F1521-1D58-4536-87A5-0C11B88761AD}" destId="{977ABB67-70C1-4461-8C19-6D0525A769A6}" srcOrd="0" destOrd="0" presId="urn:microsoft.com/office/officeart/2005/8/layout/vList2"/>
    <dgm:cxn modelId="{00A5A895-59BE-412C-AD80-716CD54BBF2F}" type="presOf" srcId="{75398D43-17AD-4207-8A2D-83BC21620517}" destId="{DF636FEF-B877-41B9-A2E0-DB28A1F31977}" srcOrd="0" destOrd="0" presId="urn:microsoft.com/office/officeart/2005/8/layout/vList2"/>
    <dgm:cxn modelId="{65506FB3-4F80-457B-BF64-B8A4B4EA73E4}" type="presOf" srcId="{320BEA50-F33B-4F1B-85DC-2970E7852A45}" destId="{F6EC9C15-7BCB-4F67-AD95-FF58D19EBFBF}" srcOrd="0" destOrd="0" presId="urn:microsoft.com/office/officeart/2005/8/layout/vList2"/>
    <dgm:cxn modelId="{4FB239BC-9EFC-4C73-A66C-394FE056C3D8}" type="presOf" srcId="{9B411515-382A-4F63-A743-2877B378D7E7}" destId="{C47C5B7F-8EAE-4697-ACFC-293212A02511}" srcOrd="0" destOrd="0" presId="urn:microsoft.com/office/officeart/2005/8/layout/vList2"/>
    <dgm:cxn modelId="{8B9E78BD-A498-40A4-9A6C-C75D9A0877A8}" srcId="{FB8F1521-1D58-4536-87A5-0C11B88761AD}" destId="{9B411515-382A-4F63-A743-2877B378D7E7}" srcOrd="0" destOrd="0" parTransId="{CD4DF351-9B71-45F0-B9B0-86F54B7BB0E7}" sibTransId="{1FF52E29-7F7C-4969-81FE-1D07C69FC9F0}"/>
    <dgm:cxn modelId="{01DF00C3-5FCB-4B49-B45A-80FD36AA5993}" srcId="{FB8F1521-1D58-4536-87A5-0C11B88761AD}" destId="{64FA9C74-7F7D-4287-B2F9-38F9F5AB892D}" srcOrd="1" destOrd="0" parTransId="{14545ECD-8327-43A6-B502-1D23A67CF1FE}" sibTransId="{CBE3B003-B60A-41DD-BE68-A915E53C1D7A}"/>
    <dgm:cxn modelId="{C6A37FC3-1013-45A8-AA0E-9C711CA35B1E}" srcId="{FB8F1521-1D58-4536-87A5-0C11B88761AD}" destId="{75398D43-17AD-4207-8A2D-83BC21620517}" srcOrd="3" destOrd="0" parTransId="{E2EF8077-00E0-4598-883E-3D6F28D07FDC}" sibTransId="{ED938DCD-C7FB-4BE5-8578-5B47669AEDB2}"/>
    <dgm:cxn modelId="{EF074ACA-69D7-43F8-A65A-4F1DC33FB04C}" type="presOf" srcId="{3ECD70FC-C06D-4BA0-AB9B-101A915108D7}" destId="{AF3BF63B-F234-403A-A46C-F315F84075F2}" srcOrd="0" destOrd="0" presId="urn:microsoft.com/office/officeart/2005/8/layout/vList2"/>
    <dgm:cxn modelId="{C8D01BD8-500E-42E9-90F1-0CF8F504A945}" type="presOf" srcId="{64FA9C74-7F7D-4287-B2F9-38F9F5AB892D}" destId="{D1C9924F-1FD2-40A6-B777-DAE918194E16}" srcOrd="0" destOrd="0" presId="urn:microsoft.com/office/officeart/2005/8/layout/vList2"/>
    <dgm:cxn modelId="{C0D939F0-6111-409A-A8EB-47E45BC7DFE0}" srcId="{FB8F1521-1D58-4536-87A5-0C11B88761AD}" destId="{3ECD70FC-C06D-4BA0-AB9B-101A915108D7}" srcOrd="4" destOrd="0" parTransId="{D4A23166-0F79-43C3-A734-638694C01FCD}" sibTransId="{622C97DC-1173-4378-A0AF-D43DC6A49300}"/>
    <dgm:cxn modelId="{BF9278FE-E35D-4884-822C-44E3FC498BFC}" srcId="{FB8F1521-1D58-4536-87A5-0C11B88761AD}" destId="{9CBC7E31-0C1C-4196-A97E-54CB17D33489}" srcOrd="2" destOrd="0" parTransId="{80683514-D646-46A5-980E-91A30FF0B342}" sibTransId="{5D79AE9C-95AF-4A29-BD38-B463D9969BCC}"/>
    <dgm:cxn modelId="{D3F2BE56-D484-4A26-B149-AE25DC41D73A}" type="presParOf" srcId="{977ABB67-70C1-4461-8C19-6D0525A769A6}" destId="{C47C5B7F-8EAE-4697-ACFC-293212A02511}" srcOrd="0" destOrd="0" presId="urn:microsoft.com/office/officeart/2005/8/layout/vList2"/>
    <dgm:cxn modelId="{81E3F069-3241-4F28-8573-D6AEDF77A4B4}" type="presParOf" srcId="{977ABB67-70C1-4461-8C19-6D0525A769A6}" destId="{58896ED0-34E7-43A4-B22A-ADD6C1C832AB}" srcOrd="1" destOrd="0" presId="urn:microsoft.com/office/officeart/2005/8/layout/vList2"/>
    <dgm:cxn modelId="{37E4B7E8-9029-47F1-BCCA-17C01009C237}" type="presParOf" srcId="{977ABB67-70C1-4461-8C19-6D0525A769A6}" destId="{D1C9924F-1FD2-40A6-B777-DAE918194E16}" srcOrd="2" destOrd="0" presId="urn:microsoft.com/office/officeart/2005/8/layout/vList2"/>
    <dgm:cxn modelId="{ECA22CB9-AF37-459F-AFA5-72F2B942AE81}" type="presParOf" srcId="{977ABB67-70C1-4461-8C19-6D0525A769A6}" destId="{3C5DB9B9-E1FE-4B50-8D9F-42F4648AC7A5}" srcOrd="3" destOrd="0" presId="urn:microsoft.com/office/officeart/2005/8/layout/vList2"/>
    <dgm:cxn modelId="{9BF71C86-332D-4435-B7F3-2E4E6E6C7DC9}" type="presParOf" srcId="{977ABB67-70C1-4461-8C19-6D0525A769A6}" destId="{2609EBC9-9838-42AA-B4BE-F9A5526F2EA7}" srcOrd="4" destOrd="0" presId="urn:microsoft.com/office/officeart/2005/8/layout/vList2"/>
    <dgm:cxn modelId="{9D2BBA78-4E22-484F-B38A-5E0F6B80B73D}" type="presParOf" srcId="{977ABB67-70C1-4461-8C19-6D0525A769A6}" destId="{D72721D0-98ED-48FA-B136-C6D5014A2EC0}" srcOrd="5" destOrd="0" presId="urn:microsoft.com/office/officeart/2005/8/layout/vList2"/>
    <dgm:cxn modelId="{FA7C9934-730F-49BA-AECC-25E8D8EAA6FD}" type="presParOf" srcId="{977ABB67-70C1-4461-8C19-6D0525A769A6}" destId="{DF636FEF-B877-41B9-A2E0-DB28A1F31977}" srcOrd="6" destOrd="0" presId="urn:microsoft.com/office/officeart/2005/8/layout/vList2"/>
    <dgm:cxn modelId="{57735E6A-D4D1-4DB9-88D2-84D5DE4E3C2C}" type="presParOf" srcId="{977ABB67-70C1-4461-8C19-6D0525A769A6}" destId="{55251A1F-80BD-4D8B-91A8-51A5D7833C8A}" srcOrd="7" destOrd="0" presId="urn:microsoft.com/office/officeart/2005/8/layout/vList2"/>
    <dgm:cxn modelId="{E30FB466-602E-4AFD-BC69-3C7B47DACA59}" type="presParOf" srcId="{977ABB67-70C1-4461-8C19-6D0525A769A6}" destId="{AF3BF63B-F234-403A-A46C-F315F84075F2}" srcOrd="8" destOrd="0" presId="urn:microsoft.com/office/officeart/2005/8/layout/vList2"/>
    <dgm:cxn modelId="{8C03AF55-634F-40BE-834A-A92644AB6C3D}" type="presParOf" srcId="{977ABB67-70C1-4461-8C19-6D0525A769A6}" destId="{22793263-34AD-4320-991E-3359EEEEE338}" srcOrd="9" destOrd="0" presId="urn:microsoft.com/office/officeart/2005/8/layout/vList2"/>
    <dgm:cxn modelId="{86D18DB2-1877-4460-BB4F-5EB2AD0F7F64}" type="presParOf" srcId="{977ABB67-70C1-4461-8C19-6D0525A769A6}" destId="{F6EC9C15-7BCB-4F67-AD95-FF58D19EBFBF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518BC62-B6A0-4DAE-A486-06B1F57F3467}" type="doc">
      <dgm:prSet loTypeId="urn:microsoft.com/office/officeart/2005/8/layout/equation2" loCatId="relationship" qsTypeId="urn:microsoft.com/office/officeart/2005/8/quickstyle/simple3" qsCatId="simple" csTypeId="urn:microsoft.com/office/officeart/2005/8/colors/accent1_2" csCatId="accent1" phldr="1"/>
      <dgm:spPr/>
    </dgm:pt>
    <dgm:pt modelId="{309A3D00-FDDD-450D-956B-961052A368A1}">
      <dgm:prSet phldrT="[Text]"/>
      <dgm:spPr/>
      <dgm:t>
        <a:bodyPr/>
        <a:lstStyle/>
        <a:p>
          <a:r>
            <a:rPr lang="en-IN" dirty="0"/>
            <a:t>Malicious</a:t>
          </a:r>
        </a:p>
      </dgm:t>
    </dgm:pt>
    <dgm:pt modelId="{85F6330E-4EEF-409D-84A4-6E09D01DFEBD}" type="parTrans" cxnId="{2F90C93C-C1E3-4E20-AD43-68D1870DABD0}">
      <dgm:prSet/>
      <dgm:spPr/>
      <dgm:t>
        <a:bodyPr/>
        <a:lstStyle/>
        <a:p>
          <a:endParaRPr lang="en-IN"/>
        </a:p>
      </dgm:t>
    </dgm:pt>
    <dgm:pt modelId="{1903FAF6-96C4-4580-9745-31BE1E864F01}" type="sibTrans" cxnId="{2F90C93C-C1E3-4E20-AD43-68D1870DABD0}">
      <dgm:prSet/>
      <dgm:spPr/>
      <dgm:t>
        <a:bodyPr/>
        <a:lstStyle/>
        <a:p>
          <a:endParaRPr lang="en-IN"/>
        </a:p>
      </dgm:t>
    </dgm:pt>
    <dgm:pt modelId="{A331C584-2FFE-4543-BE9D-CB14C710AE92}">
      <dgm:prSet phldrT="[Text]"/>
      <dgm:spPr/>
      <dgm:t>
        <a:bodyPr/>
        <a:lstStyle/>
        <a:p>
          <a:r>
            <a:rPr lang="en-IN" dirty="0"/>
            <a:t>Software</a:t>
          </a:r>
        </a:p>
      </dgm:t>
    </dgm:pt>
    <dgm:pt modelId="{0C572751-AD92-4288-AEDA-32B8BF268CDC}" type="parTrans" cxnId="{4A6BAF4B-FB32-49B7-9A17-852AB5D93B68}">
      <dgm:prSet/>
      <dgm:spPr/>
      <dgm:t>
        <a:bodyPr/>
        <a:lstStyle/>
        <a:p>
          <a:endParaRPr lang="en-IN"/>
        </a:p>
      </dgm:t>
    </dgm:pt>
    <dgm:pt modelId="{800B4D9C-37EC-49F6-8666-C89A9D058298}" type="sibTrans" cxnId="{4A6BAF4B-FB32-49B7-9A17-852AB5D93B68}">
      <dgm:prSet/>
      <dgm:spPr/>
      <dgm:t>
        <a:bodyPr/>
        <a:lstStyle/>
        <a:p>
          <a:endParaRPr lang="en-IN"/>
        </a:p>
      </dgm:t>
    </dgm:pt>
    <dgm:pt modelId="{3C5ECF24-C539-4163-97D2-A592DFDA1276}">
      <dgm:prSet phldrT="[Text]"/>
      <dgm:spPr/>
      <dgm:t>
        <a:bodyPr/>
        <a:lstStyle/>
        <a:p>
          <a:r>
            <a:rPr lang="en-IN" dirty="0"/>
            <a:t>Malware</a:t>
          </a:r>
        </a:p>
      </dgm:t>
    </dgm:pt>
    <dgm:pt modelId="{22548DE0-9A24-4F6D-BFB0-C9536EC322E8}" type="parTrans" cxnId="{77F0A72C-7830-43BE-84D8-3B158B53AC51}">
      <dgm:prSet/>
      <dgm:spPr/>
      <dgm:t>
        <a:bodyPr/>
        <a:lstStyle/>
        <a:p>
          <a:endParaRPr lang="en-IN"/>
        </a:p>
      </dgm:t>
    </dgm:pt>
    <dgm:pt modelId="{67786EBB-4752-47A3-B382-F94911F5DF34}" type="sibTrans" cxnId="{77F0A72C-7830-43BE-84D8-3B158B53AC51}">
      <dgm:prSet/>
      <dgm:spPr/>
      <dgm:t>
        <a:bodyPr/>
        <a:lstStyle/>
        <a:p>
          <a:endParaRPr lang="en-IN"/>
        </a:p>
      </dgm:t>
    </dgm:pt>
    <dgm:pt modelId="{171D625B-7A3C-4708-A17B-7ED5EE7B7B54}" type="pres">
      <dgm:prSet presAssocID="{E518BC62-B6A0-4DAE-A486-06B1F57F3467}" presName="Name0" presStyleCnt="0">
        <dgm:presLayoutVars>
          <dgm:dir/>
          <dgm:resizeHandles val="exact"/>
        </dgm:presLayoutVars>
      </dgm:prSet>
      <dgm:spPr/>
    </dgm:pt>
    <dgm:pt modelId="{2D14862E-84B1-4B83-BE80-DCCA04A96BEE}" type="pres">
      <dgm:prSet presAssocID="{E518BC62-B6A0-4DAE-A486-06B1F57F3467}" presName="vNodes" presStyleCnt="0"/>
      <dgm:spPr/>
    </dgm:pt>
    <dgm:pt modelId="{F751DEBE-5D5E-4C20-9425-DDB16BB08238}" type="pres">
      <dgm:prSet presAssocID="{309A3D00-FDDD-450D-956B-961052A368A1}" presName="node" presStyleLbl="node1" presStyleIdx="0" presStyleCnt="3">
        <dgm:presLayoutVars>
          <dgm:bulletEnabled val="1"/>
        </dgm:presLayoutVars>
      </dgm:prSet>
      <dgm:spPr/>
    </dgm:pt>
    <dgm:pt modelId="{5FF10E83-FE4E-4DAE-88A5-BEEE327C2C5D}" type="pres">
      <dgm:prSet presAssocID="{1903FAF6-96C4-4580-9745-31BE1E864F01}" presName="spacerT" presStyleCnt="0"/>
      <dgm:spPr/>
    </dgm:pt>
    <dgm:pt modelId="{BB13627E-E0F7-4BB1-B975-D8F9F55D7460}" type="pres">
      <dgm:prSet presAssocID="{1903FAF6-96C4-4580-9745-31BE1E864F01}" presName="sibTrans" presStyleLbl="sibTrans2D1" presStyleIdx="0" presStyleCnt="2"/>
      <dgm:spPr/>
    </dgm:pt>
    <dgm:pt modelId="{5BFFA1D1-5C7D-4A23-A70D-411A7DEFFFE1}" type="pres">
      <dgm:prSet presAssocID="{1903FAF6-96C4-4580-9745-31BE1E864F01}" presName="spacerB" presStyleCnt="0"/>
      <dgm:spPr/>
    </dgm:pt>
    <dgm:pt modelId="{51D34BCB-4E20-4305-BB39-9667A9F9A1E9}" type="pres">
      <dgm:prSet presAssocID="{A331C584-2FFE-4543-BE9D-CB14C710AE92}" presName="node" presStyleLbl="node1" presStyleIdx="1" presStyleCnt="3">
        <dgm:presLayoutVars>
          <dgm:bulletEnabled val="1"/>
        </dgm:presLayoutVars>
      </dgm:prSet>
      <dgm:spPr/>
    </dgm:pt>
    <dgm:pt modelId="{0A2C4AAE-F4EF-4F98-AFD6-166560592CF7}" type="pres">
      <dgm:prSet presAssocID="{E518BC62-B6A0-4DAE-A486-06B1F57F3467}" presName="sibTransLast" presStyleLbl="sibTrans2D1" presStyleIdx="1" presStyleCnt="2"/>
      <dgm:spPr/>
    </dgm:pt>
    <dgm:pt modelId="{63E58CA0-BF68-433C-87DE-27B0BC7E808D}" type="pres">
      <dgm:prSet presAssocID="{E518BC62-B6A0-4DAE-A486-06B1F57F3467}" presName="connectorText" presStyleLbl="sibTrans2D1" presStyleIdx="1" presStyleCnt="2"/>
      <dgm:spPr/>
    </dgm:pt>
    <dgm:pt modelId="{B7A7917A-24BB-470A-BE11-8EDB440291C3}" type="pres">
      <dgm:prSet presAssocID="{E518BC62-B6A0-4DAE-A486-06B1F57F3467}" presName="lastNode" presStyleLbl="node1" presStyleIdx="2" presStyleCnt="3">
        <dgm:presLayoutVars>
          <dgm:bulletEnabled val="1"/>
        </dgm:presLayoutVars>
      </dgm:prSet>
      <dgm:spPr/>
    </dgm:pt>
  </dgm:ptLst>
  <dgm:cxnLst>
    <dgm:cxn modelId="{5BF21D09-A082-4E3B-B002-175D4AF467F3}" type="presOf" srcId="{309A3D00-FDDD-450D-956B-961052A368A1}" destId="{F751DEBE-5D5E-4C20-9425-DDB16BB08238}" srcOrd="0" destOrd="0" presId="urn:microsoft.com/office/officeart/2005/8/layout/equation2"/>
    <dgm:cxn modelId="{77F0A72C-7830-43BE-84D8-3B158B53AC51}" srcId="{E518BC62-B6A0-4DAE-A486-06B1F57F3467}" destId="{3C5ECF24-C539-4163-97D2-A592DFDA1276}" srcOrd="2" destOrd="0" parTransId="{22548DE0-9A24-4F6D-BFB0-C9536EC322E8}" sibTransId="{67786EBB-4752-47A3-B382-F94911F5DF34}"/>
    <dgm:cxn modelId="{F1419735-FCEB-4126-8988-C05A39CCDEE7}" type="presOf" srcId="{800B4D9C-37EC-49F6-8666-C89A9D058298}" destId="{0A2C4AAE-F4EF-4F98-AFD6-166560592CF7}" srcOrd="0" destOrd="0" presId="urn:microsoft.com/office/officeart/2005/8/layout/equation2"/>
    <dgm:cxn modelId="{2F90C93C-C1E3-4E20-AD43-68D1870DABD0}" srcId="{E518BC62-B6A0-4DAE-A486-06B1F57F3467}" destId="{309A3D00-FDDD-450D-956B-961052A368A1}" srcOrd="0" destOrd="0" parTransId="{85F6330E-4EEF-409D-84A4-6E09D01DFEBD}" sibTransId="{1903FAF6-96C4-4580-9745-31BE1E864F01}"/>
    <dgm:cxn modelId="{4A6BAF4B-FB32-49B7-9A17-852AB5D93B68}" srcId="{E518BC62-B6A0-4DAE-A486-06B1F57F3467}" destId="{A331C584-2FFE-4543-BE9D-CB14C710AE92}" srcOrd="1" destOrd="0" parTransId="{0C572751-AD92-4288-AEDA-32B8BF268CDC}" sibTransId="{800B4D9C-37EC-49F6-8666-C89A9D058298}"/>
    <dgm:cxn modelId="{467BD58E-751B-4CF5-8B4A-9C592DE25A1C}" type="presOf" srcId="{800B4D9C-37EC-49F6-8666-C89A9D058298}" destId="{63E58CA0-BF68-433C-87DE-27B0BC7E808D}" srcOrd="1" destOrd="0" presId="urn:microsoft.com/office/officeart/2005/8/layout/equation2"/>
    <dgm:cxn modelId="{239B1EB3-89A3-413B-A730-18B33EC8EEFD}" type="presOf" srcId="{1903FAF6-96C4-4580-9745-31BE1E864F01}" destId="{BB13627E-E0F7-4BB1-B975-D8F9F55D7460}" srcOrd="0" destOrd="0" presId="urn:microsoft.com/office/officeart/2005/8/layout/equation2"/>
    <dgm:cxn modelId="{D0F82CC4-1B17-4B60-950D-350AC25037FA}" type="presOf" srcId="{E518BC62-B6A0-4DAE-A486-06B1F57F3467}" destId="{171D625B-7A3C-4708-A17B-7ED5EE7B7B54}" srcOrd="0" destOrd="0" presId="urn:microsoft.com/office/officeart/2005/8/layout/equation2"/>
    <dgm:cxn modelId="{DD73A0DD-70A0-4FAD-8783-1781740CDEFA}" type="presOf" srcId="{3C5ECF24-C539-4163-97D2-A592DFDA1276}" destId="{B7A7917A-24BB-470A-BE11-8EDB440291C3}" srcOrd="0" destOrd="0" presId="urn:microsoft.com/office/officeart/2005/8/layout/equation2"/>
    <dgm:cxn modelId="{039FA6EB-4069-4774-8FE2-DEA0738F566F}" type="presOf" srcId="{A331C584-2FFE-4543-BE9D-CB14C710AE92}" destId="{51D34BCB-4E20-4305-BB39-9667A9F9A1E9}" srcOrd="0" destOrd="0" presId="urn:microsoft.com/office/officeart/2005/8/layout/equation2"/>
    <dgm:cxn modelId="{2558DB6D-6765-48AC-A57F-5ACC1684D226}" type="presParOf" srcId="{171D625B-7A3C-4708-A17B-7ED5EE7B7B54}" destId="{2D14862E-84B1-4B83-BE80-DCCA04A96BEE}" srcOrd="0" destOrd="0" presId="urn:microsoft.com/office/officeart/2005/8/layout/equation2"/>
    <dgm:cxn modelId="{1F91EC79-DA37-41F2-BAD2-DB72180BEA27}" type="presParOf" srcId="{2D14862E-84B1-4B83-BE80-DCCA04A96BEE}" destId="{F751DEBE-5D5E-4C20-9425-DDB16BB08238}" srcOrd="0" destOrd="0" presId="urn:microsoft.com/office/officeart/2005/8/layout/equation2"/>
    <dgm:cxn modelId="{39C3C3D3-2D58-4E0B-ACE3-E887112C333C}" type="presParOf" srcId="{2D14862E-84B1-4B83-BE80-DCCA04A96BEE}" destId="{5FF10E83-FE4E-4DAE-88A5-BEEE327C2C5D}" srcOrd="1" destOrd="0" presId="urn:microsoft.com/office/officeart/2005/8/layout/equation2"/>
    <dgm:cxn modelId="{FC109B5E-3521-41CB-9C6A-F91ED055B50E}" type="presParOf" srcId="{2D14862E-84B1-4B83-BE80-DCCA04A96BEE}" destId="{BB13627E-E0F7-4BB1-B975-D8F9F55D7460}" srcOrd="2" destOrd="0" presId="urn:microsoft.com/office/officeart/2005/8/layout/equation2"/>
    <dgm:cxn modelId="{ED008B19-21CD-490B-84E8-B01BEAAA937A}" type="presParOf" srcId="{2D14862E-84B1-4B83-BE80-DCCA04A96BEE}" destId="{5BFFA1D1-5C7D-4A23-A70D-411A7DEFFFE1}" srcOrd="3" destOrd="0" presId="urn:microsoft.com/office/officeart/2005/8/layout/equation2"/>
    <dgm:cxn modelId="{EA5857FF-D1F2-4364-A668-8F2C9200B7CC}" type="presParOf" srcId="{2D14862E-84B1-4B83-BE80-DCCA04A96BEE}" destId="{51D34BCB-4E20-4305-BB39-9667A9F9A1E9}" srcOrd="4" destOrd="0" presId="urn:microsoft.com/office/officeart/2005/8/layout/equation2"/>
    <dgm:cxn modelId="{F4394D1C-ED7C-4276-9407-5A3E9D0FC8A8}" type="presParOf" srcId="{171D625B-7A3C-4708-A17B-7ED5EE7B7B54}" destId="{0A2C4AAE-F4EF-4F98-AFD6-166560592CF7}" srcOrd="1" destOrd="0" presId="urn:microsoft.com/office/officeart/2005/8/layout/equation2"/>
    <dgm:cxn modelId="{B72B2EDD-2675-498D-8BB9-A6D719887BB3}" type="presParOf" srcId="{0A2C4AAE-F4EF-4F98-AFD6-166560592CF7}" destId="{63E58CA0-BF68-433C-87DE-27B0BC7E808D}" srcOrd="0" destOrd="0" presId="urn:microsoft.com/office/officeart/2005/8/layout/equation2"/>
    <dgm:cxn modelId="{01BBA804-3C3B-43A0-A88B-A96B53D95A0F}" type="presParOf" srcId="{171D625B-7A3C-4708-A17B-7ED5EE7B7B54}" destId="{B7A7917A-24BB-470A-BE11-8EDB440291C3}" srcOrd="2" destOrd="0" presId="urn:microsoft.com/office/officeart/2005/8/layout/equati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E1F0088-05D1-4151-B96A-3E4F1B687475}" type="doc">
      <dgm:prSet loTypeId="urn:microsoft.com/office/officeart/2005/8/layout/radial4" loCatId="relationship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049CECF-25D0-4FF1-BA18-4973692B682D}">
      <dgm:prSet phldrT="[Text]"/>
      <dgm:spPr/>
      <dgm:t>
        <a:bodyPr/>
        <a:lstStyle/>
        <a:p>
          <a:r>
            <a:rPr lang="en-IN" dirty="0"/>
            <a:t>Purpose</a:t>
          </a:r>
        </a:p>
      </dgm:t>
    </dgm:pt>
    <dgm:pt modelId="{407FCEBF-6AC4-497B-8169-088662E1AB24}" type="parTrans" cxnId="{DD7EA161-2AB2-4B93-A77A-F4177E0E640B}">
      <dgm:prSet/>
      <dgm:spPr/>
      <dgm:t>
        <a:bodyPr/>
        <a:lstStyle/>
        <a:p>
          <a:endParaRPr lang="en-IN"/>
        </a:p>
      </dgm:t>
    </dgm:pt>
    <dgm:pt modelId="{66728455-26A2-4FFF-A4F1-80DF60C67544}" type="sibTrans" cxnId="{DD7EA161-2AB2-4B93-A77A-F4177E0E640B}">
      <dgm:prSet/>
      <dgm:spPr/>
      <dgm:t>
        <a:bodyPr/>
        <a:lstStyle/>
        <a:p>
          <a:endParaRPr lang="en-IN"/>
        </a:p>
      </dgm:t>
    </dgm:pt>
    <dgm:pt modelId="{13284C31-1F3E-4E5F-89E5-59C4EB554BAB}">
      <dgm:prSet phldrT="[Text]"/>
      <dgm:spPr/>
      <dgm:t>
        <a:bodyPr/>
        <a:lstStyle/>
        <a:p>
          <a:r>
            <a:rPr lang="en-IN" dirty="0"/>
            <a:t>Damage</a:t>
          </a:r>
        </a:p>
      </dgm:t>
    </dgm:pt>
    <dgm:pt modelId="{E52D5BA6-204D-4B08-A156-F3C9B869AB55}" type="parTrans" cxnId="{1DA3F9D3-46A7-426E-95DF-3C50327AA346}">
      <dgm:prSet/>
      <dgm:spPr/>
      <dgm:t>
        <a:bodyPr/>
        <a:lstStyle/>
        <a:p>
          <a:endParaRPr lang="en-IN"/>
        </a:p>
      </dgm:t>
    </dgm:pt>
    <dgm:pt modelId="{27A168BB-7C08-44A3-A814-7C0BD35078C9}" type="sibTrans" cxnId="{1DA3F9D3-46A7-426E-95DF-3C50327AA346}">
      <dgm:prSet/>
      <dgm:spPr/>
      <dgm:t>
        <a:bodyPr/>
        <a:lstStyle/>
        <a:p>
          <a:endParaRPr lang="en-IN"/>
        </a:p>
      </dgm:t>
    </dgm:pt>
    <dgm:pt modelId="{80AD175D-8605-4930-8AE2-FEEDE4C1EAF9}">
      <dgm:prSet phldrT="[Text]"/>
      <dgm:spPr/>
      <dgm:t>
        <a:bodyPr/>
        <a:lstStyle/>
        <a:p>
          <a:r>
            <a:rPr lang="en-IN" dirty="0"/>
            <a:t>Steal Data</a:t>
          </a:r>
        </a:p>
      </dgm:t>
    </dgm:pt>
    <dgm:pt modelId="{22B95015-773A-4373-B8E5-23B37E54AB53}" type="parTrans" cxnId="{B85103AA-DCE1-406C-B2ED-10FE4952A33D}">
      <dgm:prSet/>
      <dgm:spPr/>
      <dgm:t>
        <a:bodyPr/>
        <a:lstStyle/>
        <a:p>
          <a:endParaRPr lang="en-IN"/>
        </a:p>
      </dgm:t>
    </dgm:pt>
    <dgm:pt modelId="{1F333190-4FF5-414E-9264-781E7A6B60B4}" type="sibTrans" cxnId="{B85103AA-DCE1-406C-B2ED-10FE4952A33D}">
      <dgm:prSet/>
      <dgm:spPr/>
      <dgm:t>
        <a:bodyPr/>
        <a:lstStyle/>
        <a:p>
          <a:endParaRPr lang="en-IN"/>
        </a:p>
      </dgm:t>
    </dgm:pt>
    <dgm:pt modelId="{105A03A5-9111-4C52-9C92-FAD9AB469D7D}">
      <dgm:prSet phldrT="[Text]"/>
      <dgm:spPr/>
      <dgm:t>
        <a:bodyPr/>
        <a:lstStyle/>
        <a:p>
          <a:r>
            <a:rPr lang="en-IN" dirty="0"/>
            <a:t>Disrupt</a:t>
          </a:r>
        </a:p>
      </dgm:t>
    </dgm:pt>
    <dgm:pt modelId="{E35242A8-CF93-4527-B15A-9A5D336E3DF4}" type="parTrans" cxnId="{320DB413-2093-44BC-A864-2ACD5E1BCAA8}">
      <dgm:prSet/>
      <dgm:spPr/>
      <dgm:t>
        <a:bodyPr/>
        <a:lstStyle/>
        <a:p>
          <a:endParaRPr lang="en-IN"/>
        </a:p>
      </dgm:t>
    </dgm:pt>
    <dgm:pt modelId="{0A63AE6C-2D2B-4E77-BA5E-1549CD096E20}" type="sibTrans" cxnId="{320DB413-2093-44BC-A864-2ACD5E1BCAA8}">
      <dgm:prSet/>
      <dgm:spPr/>
      <dgm:t>
        <a:bodyPr/>
        <a:lstStyle/>
        <a:p>
          <a:endParaRPr lang="en-IN"/>
        </a:p>
      </dgm:t>
    </dgm:pt>
    <dgm:pt modelId="{CC4FA630-0779-4B0E-9187-0BD98FD70787}" type="pres">
      <dgm:prSet presAssocID="{1E1F0088-05D1-4151-B96A-3E4F1B687475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438C416C-A428-49E8-988F-05834457FC73}" type="pres">
      <dgm:prSet presAssocID="{6049CECF-25D0-4FF1-BA18-4973692B682D}" presName="centerShape" presStyleLbl="node0" presStyleIdx="0" presStyleCnt="1"/>
      <dgm:spPr/>
    </dgm:pt>
    <dgm:pt modelId="{57A0543B-A8F9-4BB5-A58D-90C4CF7EBDA7}" type="pres">
      <dgm:prSet presAssocID="{E52D5BA6-204D-4B08-A156-F3C9B869AB55}" presName="parTrans" presStyleLbl="bgSibTrans2D1" presStyleIdx="0" presStyleCnt="3"/>
      <dgm:spPr/>
    </dgm:pt>
    <dgm:pt modelId="{6F5B18B1-4FAC-438A-B8F8-C6DD75DAA1F3}" type="pres">
      <dgm:prSet presAssocID="{13284C31-1F3E-4E5F-89E5-59C4EB554BAB}" presName="node" presStyleLbl="node1" presStyleIdx="0" presStyleCnt="3">
        <dgm:presLayoutVars>
          <dgm:bulletEnabled val="1"/>
        </dgm:presLayoutVars>
      </dgm:prSet>
      <dgm:spPr/>
    </dgm:pt>
    <dgm:pt modelId="{E0E5EBBE-F68E-4C54-8712-52581AF09774}" type="pres">
      <dgm:prSet presAssocID="{22B95015-773A-4373-B8E5-23B37E54AB53}" presName="parTrans" presStyleLbl="bgSibTrans2D1" presStyleIdx="1" presStyleCnt="3"/>
      <dgm:spPr/>
    </dgm:pt>
    <dgm:pt modelId="{0E4C05B2-06C2-4AE3-8526-B13D03E1CF54}" type="pres">
      <dgm:prSet presAssocID="{80AD175D-8605-4930-8AE2-FEEDE4C1EAF9}" presName="node" presStyleLbl="node1" presStyleIdx="1" presStyleCnt="3">
        <dgm:presLayoutVars>
          <dgm:bulletEnabled val="1"/>
        </dgm:presLayoutVars>
      </dgm:prSet>
      <dgm:spPr/>
    </dgm:pt>
    <dgm:pt modelId="{022B2B99-3615-4698-9570-EAF19C4F33DD}" type="pres">
      <dgm:prSet presAssocID="{E35242A8-CF93-4527-B15A-9A5D336E3DF4}" presName="parTrans" presStyleLbl="bgSibTrans2D1" presStyleIdx="2" presStyleCnt="3"/>
      <dgm:spPr/>
    </dgm:pt>
    <dgm:pt modelId="{3391814C-1A40-4D62-905D-8110DF17A5FD}" type="pres">
      <dgm:prSet presAssocID="{105A03A5-9111-4C52-9C92-FAD9AB469D7D}" presName="node" presStyleLbl="node1" presStyleIdx="2" presStyleCnt="3">
        <dgm:presLayoutVars>
          <dgm:bulletEnabled val="1"/>
        </dgm:presLayoutVars>
      </dgm:prSet>
      <dgm:spPr/>
    </dgm:pt>
  </dgm:ptLst>
  <dgm:cxnLst>
    <dgm:cxn modelId="{702FA70C-02E3-49F5-8130-7C46686EF7BC}" type="presOf" srcId="{22B95015-773A-4373-B8E5-23B37E54AB53}" destId="{E0E5EBBE-F68E-4C54-8712-52581AF09774}" srcOrd="0" destOrd="0" presId="urn:microsoft.com/office/officeart/2005/8/layout/radial4"/>
    <dgm:cxn modelId="{320DB413-2093-44BC-A864-2ACD5E1BCAA8}" srcId="{6049CECF-25D0-4FF1-BA18-4973692B682D}" destId="{105A03A5-9111-4C52-9C92-FAD9AB469D7D}" srcOrd="2" destOrd="0" parTransId="{E35242A8-CF93-4527-B15A-9A5D336E3DF4}" sibTransId="{0A63AE6C-2D2B-4E77-BA5E-1549CD096E20}"/>
    <dgm:cxn modelId="{E639275B-70C3-4A68-A868-6EB4E2E704FF}" type="presOf" srcId="{E35242A8-CF93-4527-B15A-9A5D336E3DF4}" destId="{022B2B99-3615-4698-9570-EAF19C4F33DD}" srcOrd="0" destOrd="0" presId="urn:microsoft.com/office/officeart/2005/8/layout/radial4"/>
    <dgm:cxn modelId="{DD7EA161-2AB2-4B93-A77A-F4177E0E640B}" srcId="{1E1F0088-05D1-4151-B96A-3E4F1B687475}" destId="{6049CECF-25D0-4FF1-BA18-4973692B682D}" srcOrd="0" destOrd="0" parTransId="{407FCEBF-6AC4-497B-8169-088662E1AB24}" sibTransId="{66728455-26A2-4FFF-A4F1-80DF60C67544}"/>
    <dgm:cxn modelId="{6C17AA4B-3425-47A6-A68E-A012668A2B37}" type="presOf" srcId="{6049CECF-25D0-4FF1-BA18-4973692B682D}" destId="{438C416C-A428-49E8-988F-05834457FC73}" srcOrd="0" destOrd="0" presId="urn:microsoft.com/office/officeart/2005/8/layout/radial4"/>
    <dgm:cxn modelId="{11F7637F-EDAC-4232-A189-1C503263EDD3}" type="presOf" srcId="{E52D5BA6-204D-4B08-A156-F3C9B869AB55}" destId="{57A0543B-A8F9-4BB5-A58D-90C4CF7EBDA7}" srcOrd="0" destOrd="0" presId="urn:microsoft.com/office/officeart/2005/8/layout/radial4"/>
    <dgm:cxn modelId="{DD378E91-0908-4CB5-BF82-FD6B69EA2CA2}" type="presOf" srcId="{13284C31-1F3E-4E5F-89E5-59C4EB554BAB}" destId="{6F5B18B1-4FAC-438A-B8F8-C6DD75DAA1F3}" srcOrd="0" destOrd="0" presId="urn:microsoft.com/office/officeart/2005/8/layout/radial4"/>
    <dgm:cxn modelId="{B85103AA-DCE1-406C-B2ED-10FE4952A33D}" srcId="{6049CECF-25D0-4FF1-BA18-4973692B682D}" destId="{80AD175D-8605-4930-8AE2-FEEDE4C1EAF9}" srcOrd="1" destOrd="0" parTransId="{22B95015-773A-4373-B8E5-23B37E54AB53}" sibTransId="{1F333190-4FF5-414E-9264-781E7A6B60B4}"/>
    <dgm:cxn modelId="{9FC9BEBA-BD10-44C6-8A6B-D418EE6FA7B8}" type="presOf" srcId="{80AD175D-8605-4930-8AE2-FEEDE4C1EAF9}" destId="{0E4C05B2-06C2-4AE3-8526-B13D03E1CF54}" srcOrd="0" destOrd="0" presId="urn:microsoft.com/office/officeart/2005/8/layout/radial4"/>
    <dgm:cxn modelId="{1DA3F9D3-46A7-426E-95DF-3C50327AA346}" srcId="{6049CECF-25D0-4FF1-BA18-4973692B682D}" destId="{13284C31-1F3E-4E5F-89E5-59C4EB554BAB}" srcOrd="0" destOrd="0" parTransId="{E52D5BA6-204D-4B08-A156-F3C9B869AB55}" sibTransId="{27A168BB-7C08-44A3-A814-7C0BD35078C9}"/>
    <dgm:cxn modelId="{17BC7DD9-AD84-4058-B765-0E849DE98239}" type="presOf" srcId="{105A03A5-9111-4C52-9C92-FAD9AB469D7D}" destId="{3391814C-1A40-4D62-905D-8110DF17A5FD}" srcOrd="0" destOrd="0" presId="urn:microsoft.com/office/officeart/2005/8/layout/radial4"/>
    <dgm:cxn modelId="{8FE11EEC-79C4-45B9-A9FB-8EFC47D4F64D}" type="presOf" srcId="{1E1F0088-05D1-4151-B96A-3E4F1B687475}" destId="{CC4FA630-0779-4B0E-9187-0BD98FD70787}" srcOrd="0" destOrd="0" presId="urn:microsoft.com/office/officeart/2005/8/layout/radial4"/>
    <dgm:cxn modelId="{F97A3306-4B98-4EE8-B6DD-CADFD1B6D1E1}" type="presParOf" srcId="{CC4FA630-0779-4B0E-9187-0BD98FD70787}" destId="{438C416C-A428-49E8-988F-05834457FC73}" srcOrd="0" destOrd="0" presId="urn:microsoft.com/office/officeart/2005/8/layout/radial4"/>
    <dgm:cxn modelId="{CB0BCA3A-AD5F-4E50-A1E2-5A2711E55ED5}" type="presParOf" srcId="{CC4FA630-0779-4B0E-9187-0BD98FD70787}" destId="{57A0543B-A8F9-4BB5-A58D-90C4CF7EBDA7}" srcOrd="1" destOrd="0" presId="urn:microsoft.com/office/officeart/2005/8/layout/radial4"/>
    <dgm:cxn modelId="{03DFC5E4-C305-4579-AC64-B5DCCEFD879C}" type="presParOf" srcId="{CC4FA630-0779-4B0E-9187-0BD98FD70787}" destId="{6F5B18B1-4FAC-438A-B8F8-C6DD75DAA1F3}" srcOrd="2" destOrd="0" presId="urn:microsoft.com/office/officeart/2005/8/layout/radial4"/>
    <dgm:cxn modelId="{0B0BAAE4-27A9-4B7B-B4C8-964790EA129B}" type="presParOf" srcId="{CC4FA630-0779-4B0E-9187-0BD98FD70787}" destId="{E0E5EBBE-F68E-4C54-8712-52581AF09774}" srcOrd="3" destOrd="0" presId="urn:microsoft.com/office/officeart/2005/8/layout/radial4"/>
    <dgm:cxn modelId="{6F60443A-B53C-4B9D-9B96-4FDC7EB21F52}" type="presParOf" srcId="{CC4FA630-0779-4B0E-9187-0BD98FD70787}" destId="{0E4C05B2-06C2-4AE3-8526-B13D03E1CF54}" srcOrd="4" destOrd="0" presId="urn:microsoft.com/office/officeart/2005/8/layout/radial4"/>
    <dgm:cxn modelId="{A99CFCCC-11D1-4123-8E9B-F5B406F6F255}" type="presParOf" srcId="{CC4FA630-0779-4B0E-9187-0BD98FD70787}" destId="{022B2B99-3615-4698-9570-EAF19C4F33DD}" srcOrd="5" destOrd="0" presId="urn:microsoft.com/office/officeart/2005/8/layout/radial4"/>
    <dgm:cxn modelId="{F4359885-83C4-4CAC-A38F-09C8F97CB3D4}" type="presParOf" srcId="{CC4FA630-0779-4B0E-9187-0BD98FD70787}" destId="{3391814C-1A40-4D62-905D-8110DF17A5FD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85EC270-76AE-454C-8731-1F0314E62F44}" type="doc">
      <dgm:prSet loTypeId="urn:microsoft.com/office/officeart/2005/8/layout/radial5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E1D3A6B-4DE1-44C8-8799-B1C761FDA35C}">
      <dgm:prSet phldrT="[Text]"/>
      <dgm:spPr/>
      <dgm:t>
        <a:bodyPr/>
        <a:lstStyle/>
        <a:p>
          <a:r>
            <a:rPr lang="en-IN" dirty="0"/>
            <a:t>Types</a:t>
          </a:r>
        </a:p>
      </dgm:t>
    </dgm:pt>
    <dgm:pt modelId="{D5951E02-41ED-49F7-8DA5-FC6CCADB4F47}" type="parTrans" cxnId="{8531B7D1-7436-4633-9CA7-35684AF129FB}">
      <dgm:prSet/>
      <dgm:spPr/>
      <dgm:t>
        <a:bodyPr/>
        <a:lstStyle/>
        <a:p>
          <a:endParaRPr lang="en-IN"/>
        </a:p>
      </dgm:t>
    </dgm:pt>
    <dgm:pt modelId="{57FD008A-A8C0-4040-836C-F3AF81CCCA39}" type="sibTrans" cxnId="{8531B7D1-7436-4633-9CA7-35684AF129FB}">
      <dgm:prSet/>
      <dgm:spPr/>
      <dgm:t>
        <a:bodyPr/>
        <a:lstStyle/>
        <a:p>
          <a:endParaRPr lang="en-IN"/>
        </a:p>
      </dgm:t>
    </dgm:pt>
    <dgm:pt modelId="{2C46CC8C-FE55-42A1-B0CD-5A9641FD071C}">
      <dgm:prSet phldrT="[Text]"/>
      <dgm:spPr/>
      <dgm:t>
        <a:bodyPr/>
        <a:lstStyle/>
        <a:p>
          <a:r>
            <a:rPr lang="en-IN" dirty="0"/>
            <a:t>Virus</a:t>
          </a:r>
        </a:p>
      </dgm:t>
    </dgm:pt>
    <dgm:pt modelId="{A951E007-F38D-4466-AE97-2177F88847F3}" type="parTrans" cxnId="{E6177EA6-D479-48A2-84D7-E8C370E10B77}">
      <dgm:prSet/>
      <dgm:spPr/>
      <dgm:t>
        <a:bodyPr/>
        <a:lstStyle/>
        <a:p>
          <a:endParaRPr lang="en-IN"/>
        </a:p>
      </dgm:t>
    </dgm:pt>
    <dgm:pt modelId="{2D58971C-4937-4BC3-909A-56455B398840}" type="sibTrans" cxnId="{E6177EA6-D479-48A2-84D7-E8C370E10B77}">
      <dgm:prSet/>
      <dgm:spPr/>
      <dgm:t>
        <a:bodyPr/>
        <a:lstStyle/>
        <a:p>
          <a:endParaRPr lang="en-IN"/>
        </a:p>
      </dgm:t>
    </dgm:pt>
    <dgm:pt modelId="{017E97F6-8DD0-4B5D-9C50-2EBF1286D46F}">
      <dgm:prSet phldrT="[Text]"/>
      <dgm:spPr/>
      <dgm:t>
        <a:bodyPr/>
        <a:lstStyle/>
        <a:p>
          <a:r>
            <a:rPr lang="en-IN" dirty="0"/>
            <a:t>Worms</a:t>
          </a:r>
        </a:p>
      </dgm:t>
    </dgm:pt>
    <dgm:pt modelId="{BB07E979-2A4E-4EDE-AFD0-641938DF1C7C}" type="parTrans" cxnId="{44BB80DF-170E-440D-BFF2-D804B419CFB1}">
      <dgm:prSet/>
      <dgm:spPr/>
      <dgm:t>
        <a:bodyPr/>
        <a:lstStyle/>
        <a:p>
          <a:endParaRPr lang="en-IN"/>
        </a:p>
      </dgm:t>
    </dgm:pt>
    <dgm:pt modelId="{97884C47-B899-4D16-A2C3-A8BA59AC6D99}" type="sibTrans" cxnId="{44BB80DF-170E-440D-BFF2-D804B419CFB1}">
      <dgm:prSet/>
      <dgm:spPr/>
      <dgm:t>
        <a:bodyPr/>
        <a:lstStyle/>
        <a:p>
          <a:endParaRPr lang="en-IN"/>
        </a:p>
      </dgm:t>
    </dgm:pt>
    <dgm:pt modelId="{869CC766-A46B-4AFF-941F-28648768957B}">
      <dgm:prSet phldrT="[Text]"/>
      <dgm:spPr/>
      <dgm:t>
        <a:bodyPr/>
        <a:lstStyle/>
        <a:p>
          <a:r>
            <a:rPr lang="en-IN" dirty="0"/>
            <a:t>Trojan</a:t>
          </a:r>
        </a:p>
      </dgm:t>
    </dgm:pt>
    <dgm:pt modelId="{2A69DE87-CD9C-47D3-8470-EC43912E7105}" type="parTrans" cxnId="{F555C848-87C1-44DF-9FE5-94123B751948}">
      <dgm:prSet/>
      <dgm:spPr/>
      <dgm:t>
        <a:bodyPr/>
        <a:lstStyle/>
        <a:p>
          <a:endParaRPr lang="en-IN"/>
        </a:p>
      </dgm:t>
    </dgm:pt>
    <dgm:pt modelId="{2ED770A7-B14A-4EA4-A230-2E5736434816}" type="sibTrans" cxnId="{F555C848-87C1-44DF-9FE5-94123B751948}">
      <dgm:prSet/>
      <dgm:spPr/>
      <dgm:t>
        <a:bodyPr/>
        <a:lstStyle/>
        <a:p>
          <a:endParaRPr lang="en-IN"/>
        </a:p>
      </dgm:t>
    </dgm:pt>
    <dgm:pt modelId="{916D9076-8DE4-404C-A284-FBDB88F3AC9F}">
      <dgm:prSet phldrT="[Text]"/>
      <dgm:spPr/>
      <dgm:t>
        <a:bodyPr/>
        <a:lstStyle/>
        <a:p>
          <a:r>
            <a:rPr lang="en-IN" dirty="0"/>
            <a:t>Rootkit</a:t>
          </a:r>
        </a:p>
      </dgm:t>
    </dgm:pt>
    <dgm:pt modelId="{FB1A8232-F0AD-4AD9-88B6-5E3B4D4AA402}" type="parTrans" cxnId="{20542188-7E84-4A29-A34B-701C25996776}">
      <dgm:prSet/>
      <dgm:spPr/>
      <dgm:t>
        <a:bodyPr/>
        <a:lstStyle/>
        <a:p>
          <a:endParaRPr lang="en-IN"/>
        </a:p>
      </dgm:t>
    </dgm:pt>
    <dgm:pt modelId="{A3D3F9BA-865B-4DDF-8B40-853D5F604CDA}" type="sibTrans" cxnId="{20542188-7E84-4A29-A34B-701C25996776}">
      <dgm:prSet/>
      <dgm:spPr/>
      <dgm:t>
        <a:bodyPr/>
        <a:lstStyle/>
        <a:p>
          <a:endParaRPr lang="en-IN"/>
        </a:p>
      </dgm:t>
    </dgm:pt>
    <dgm:pt modelId="{AA8601FD-0DFF-4D9C-BBE9-5EE752C39B4E}">
      <dgm:prSet phldrT="[Text]"/>
      <dgm:spPr/>
      <dgm:t>
        <a:bodyPr/>
        <a:lstStyle/>
        <a:p>
          <a:r>
            <a:rPr lang="en-IN" dirty="0"/>
            <a:t>Ransomware</a:t>
          </a:r>
        </a:p>
      </dgm:t>
    </dgm:pt>
    <dgm:pt modelId="{33F689F9-7FAD-43FD-BFC5-54800D8DF8A9}" type="parTrans" cxnId="{CD71A871-36F0-4D26-A2AF-ED2C029F3ADB}">
      <dgm:prSet/>
      <dgm:spPr/>
      <dgm:t>
        <a:bodyPr/>
        <a:lstStyle/>
        <a:p>
          <a:endParaRPr lang="en-IN"/>
        </a:p>
      </dgm:t>
    </dgm:pt>
    <dgm:pt modelId="{A7688226-C9DD-43EE-BCA4-386335A1E5F0}" type="sibTrans" cxnId="{CD71A871-36F0-4D26-A2AF-ED2C029F3ADB}">
      <dgm:prSet/>
      <dgm:spPr/>
      <dgm:t>
        <a:bodyPr/>
        <a:lstStyle/>
        <a:p>
          <a:endParaRPr lang="en-IN"/>
        </a:p>
      </dgm:t>
    </dgm:pt>
    <dgm:pt modelId="{9192EBBB-4A0A-4BF1-9717-4D134C33EF97}">
      <dgm:prSet phldrT="[Text]"/>
      <dgm:spPr/>
      <dgm:t>
        <a:bodyPr/>
        <a:lstStyle/>
        <a:p>
          <a:r>
            <a:rPr lang="en-IN" dirty="0"/>
            <a:t>Spyware</a:t>
          </a:r>
        </a:p>
      </dgm:t>
    </dgm:pt>
    <dgm:pt modelId="{C2FA94A0-6FA7-4CED-8E64-E1AEFEACDF0E}" type="parTrans" cxnId="{3D4F45B5-1CD1-4A2F-9C27-F64DB44C1155}">
      <dgm:prSet/>
      <dgm:spPr/>
      <dgm:t>
        <a:bodyPr/>
        <a:lstStyle/>
        <a:p>
          <a:endParaRPr lang="en-IN"/>
        </a:p>
      </dgm:t>
    </dgm:pt>
    <dgm:pt modelId="{21B49E94-EF6B-4C28-BB0D-7BB8930C6F83}" type="sibTrans" cxnId="{3D4F45B5-1CD1-4A2F-9C27-F64DB44C1155}">
      <dgm:prSet/>
      <dgm:spPr/>
      <dgm:t>
        <a:bodyPr/>
        <a:lstStyle/>
        <a:p>
          <a:endParaRPr lang="en-IN"/>
        </a:p>
      </dgm:t>
    </dgm:pt>
    <dgm:pt modelId="{D68242E1-532C-4451-877E-93445C377CC8}" type="pres">
      <dgm:prSet presAssocID="{985EC270-76AE-454C-8731-1F0314E62F44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F87C09F7-B171-4C6B-94AA-C9E789D14B2D}" type="pres">
      <dgm:prSet presAssocID="{FE1D3A6B-4DE1-44C8-8799-B1C761FDA35C}" presName="centerShape" presStyleLbl="node0" presStyleIdx="0" presStyleCnt="1"/>
      <dgm:spPr/>
    </dgm:pt>
    <dgm:pt modelId="{F521DB3C-2B4D-4CA6-8FF0-0538811B5514}" type="pres">
      <dgm:prSet presAssocID="{A951E007-F38D-4466-AE97-2177F88847F3}" presName="parTrans" presStyleLbl="sibTrans2D1" presStyleIdx="0" presStyleCnt="6"/>
      <dgm:spPr/>
    </dgm:pt>
    <dgm:pt modelId="{5E7292A5-91BB-4E86-A077-11CA6C774B46}" type="pres">
      <dgm:prSet presAssocID="{A951E007-F38D-4466-AE97-2177F88847F3}" presName="connectorText" presStyleLbl="sibTrans2D1" presStyleIdx="0" presStyleCnt="6"/>
      <dgm:spPr/>
    </dgm:pt>
    <dgm:pt modelId="{FEBBE91B-1B04-48E7-A6ED-0BEB3DAC1940}" type="pres">
      <dgm:prSet presAssocID="{2C46CC8C-FE55-42A1-B0CD-5A9641FD071C}" presName="node" presStyleLbl="node1" presStyleIdx="0" presStyleCnt="6">
        <dgm:presLayoutVars>
          <dgm:bulletEnabled val="1"/>
        </dgm:presLayoutVars>
      </dgm:prSet>
      <dgm:spPr/>
    </dgm:pt>
    <dgm:pt modelId="{E1571474-93AA-4C83-B158-A8413D4691B3}" type="pres">
      <dgm:prSet presAssocID="{BB07E979-2A4E-4EDE-AFD0-641938DF1C7C}" presName="parTrans" presStyleLbl="sibTrans2D1" presStyleIdx="1" presStyleCnt="6"/>
      <dgm:spPr/>
    </dgm:pt>
    <dgm:pt modelId="{C3200FC5-21AD-4000-88BB-4C3EFD9E5F8F}" type="pres">
      <dgm:prSet presAssocID="{BB07E979-2A4E-4EDE-AFD0-641938DF1C7C}" presName="connectorText" presStyleLbl="sibTrans2D1" presStyleIdx="1" presStyleCnt="6"/>
      <dgm:spPr/>
    </dgm:pt>
    <dgm:pt modelId="{CFE30CD2-8941-42F5-AA8A-0ABEDBADFC9C}" type="pres">
      <dgm:prSet presAssocID="{017E97F6-8DD0-4B5D-9C50-2EBF1286D46F}" presName="node" presStyleLbl="node1" presStyleIdx="1" presStyleCnt="6">
        <dgm:presLayoutVars>
          <dgm:bulletEnabled val="1"/>
        </dgm:presLayoutVars>
      </dgm:prSet>
      <dgm:spPr/>
    </dgm:pt>
    <dgm:pt modelId="{D0710A14-B9BD-4BA6-B0B1-A17CB5477E91}" type="pres">
      <dgm:prSet presAssocID="{2A69DE87-CD9C-47D3-8470-EC43912E7105}" presName="parTrans" presStyleLbl="sibTrans2D1" presStyleIdx="2" presStyleCnt="6"/>
      <dgm:spPr/>
    </dgm:pt>
    <dgm:pt modelId="{C6CBC89F-AA02-41BE-AF4A-FAE169A317E6}" type="pres">
      <dgm:prSet presAssocID="{2A69DE87-CD9C-47D3-8470-EC43912E7105}" presName="connectorText" presStyleLbl="sibTrans2D1" presStyleIdx="2" presStyleCnt="6"/>
      <dgm:spPr/>
    </dgm:pt>
    <dgm:pt modelId="{96AC9ED3-FE0A-4DE9-AD6F-70802EC15C9F}" type="pres">
      <dgm:prSet presAssocID="{869CC766-A46B-4AFF-941F-28648768957B}" presName="node" presStyleLbl="node1" presStyleIdx="2" presStyleCnt="6">
        <dgm:presLayoutVars>
          <dgm:bulletEnabled val="1"/>
        </dgm:presLayoutVars>
      </dgm:prSet>
      <dgm:spPr/>
    </dgm:pt>
    <dgm:pt modelId="{F0429F94-B55E-4565-BD7F-8A7CD02828FA}" type="pres">
      <dgm:prSet presAssocID="{FB1A8232-F0AD-4AD9-88B6-5E3B4D4AA402}" presName="parTrans" presStyleLbl="sibTrans2D1" presStyleIdx="3" presStyleCnt="6"/>
      <dgm:spPr/>
    </dgm:pt>
    <dgm:pt modelId="{EF93A6EA-CFA5-434E-AF8F-0F4EE1F84B1A}" type="pres">
      <dgm:prSet presAssocID="{FB1A8232-F0AD-4AD9-88B6-5E3B4D4AA402}" presName="connectorText" presStyleLbl="sibTrans2D1" presStyleIdx="3" presStyleCnt="6"/>
      <dgm:spPr/>
    </dgm:pt>
    <dgm:pt modelId="{16421FC9-D041-4128-99F7-CDABF68E76DB}" type="pres">
      <dgm:prSet presAssocID="{916D9076-8DE4-404C-A284-FBDB88F3AC9F}" presName="node" presStyleLbl="node1" presStyleIdx="3" presStyleCnt="6">
        <dgm:presLayoutVars>
          <dgm:bulletEnabled val="1"/>
        </dgm:presLayoutVars>
      </dgm:prSet>
      <dgm:spPr/>
    </dgm:pt>
    <dgm:pt modelId="{60C58350-6151-4698-AA1A-466470D5CD10}" type="pres">
      <dgm:prSet presAssocID="{33F689F9-7FAD-43FD-BFC5-54800D8DF8A9}" presName="parTrans" presStyleLbl="sibTrans2D1" presStyleIdx="4" presStyleCnt="6"/>
      <dgm:spPr/>
    </dgm:pt>
    <dgm:pt modelId="{5490BC5C-34A2-4096-A1E8-52F2605155F6}" type="pres">
      <dgm:prSet presAssocID="{33F689F9-7FAD-43FD-BFC5-54800D8DF8A9}" presName="connectorText" presStyleLbl="sibTrans2D1" presStyleIdx="4" presStyleCnt="6"/>
      <dgm:spPr/>
    </dgm:pt>
    <dgm:pt modelId="{696A7274-8E71-45B3-92C8-45F49C78E137}" type="pres">
      <dgm:prSet presAssocID="{AA8601FD-0DFF-4D9C-BBE9-5EE752C39B4E}" presName="node" presStyleLbl="node1" presStyleIdx="4" presStyleCnt="6">
        <dgm:presLayoutVars>
          <dgm:bulletEnabled val="1"/>
        </dgm:presLayoutVars>
      </dgm:prSet>
      <dgm:spPr/>
    </dgm:pt>
    <dgm:pt modelId="{9833C306-C2D6-4334-A277-05793D635346}" type="pres">
      <dgm:prSet presAssocID="{C2FA94A0-6FA7-4CED-8E64-E1AEFEACDF0E}" presName="parTrans" presStyleLbl="sibTrans2D1" presStyleIdx="5" presStyleCnt="6"/>
      <dgm:spPr/>
    </dgm:pt>
    <dgm:pt modelId="{1C3983F5-390A-4A5A-B745-D8BA94FD827F}" type="pres">
      <dgm:prSet presAssocID="{C2FA94A0-6FA7-4CED-8E64-E1AEFEACDF0E}" presName="connectorText" presStyleLbl="sibTrans2D1" presStyleIdx="5" presStyleCnt="6"/>
      <dgm:spPr/>
    </dgm:pt>
    <dgm:pt modelId="{1132B5EC-2ACD-4618-9C97-FBE5CE97E288}" type="pres">
      <dgm:prSet presAssocID="{9192EBBB-4A0A-4BF1-9717-4D134C33EF97}" presName="node" presStyleLbl="node1" presStyleIdx="5" presStyleCnt="6">
        <dgm:presLayoutVars>
          <dgm:bulletEnabled val="1"/>
        </dgm:presLayoutVars>
      </dgm:prSet>
      <dgm:spPr/>
    </dgm:pt>
  </dgm:ptLst>
  <dgm:cxnLst>
    <dgm:cxn modelId="{220EE006-4E70-4739-B002-83C0105AA5C3}" type="presOf" srcId="{C2FA94A0-6FA7-4CED-8E64-E1AEFEACDF0E}" destId="{1C3983F5-390A-4A5A-B745-D8BA94FD827F}" srcOrd="1" destOrd="0" presId="urn:microsoft.com/office/officeart/2005/8/layout/radial5"/>
    <dgm:cxn modelId="{EEEA5C0A-38FF-421A-9900-5AC8D768E229}" type="presOf" srcId="{FE1D3A6B-4DE1-44C8-8799-B1C761FDA35C}" destId="{F87C09F7-B171-4C6B-94AA-C9E789D14B2D}" srcOrd="0" destOrd="0" presId="urn:microsoft.com/office/officeart/2005/8/layout/radial5"/>
    <dgm:cxn modelId="{85EA4421-2134-43F5-95E9-476E299E0C6F}" type="presOf" srcId="{2A69DE87-CD9C-47D3-8470-EC43912E7105}" destId="{C6CBC89F-AA02-41BE-AF4A-FAE169A317E6}" srcOrd="1" destOrd="0" presId="urn:microsoft.com/office/officeart/2005/8/layout/radial5"/>
    <dgm:cxn modelId="{02B5DF30-2543-460B-9CC9-0A7A26B2D479}" type="presOf" srcId="{FB1A8232-F0AD-4AD9-88B6-5E3B4D4AA402}" destId="{F0429F94-B55E-4565-BD7F-8A7CD02828FA}" srcOrd="0" destOrd="0" presId="urn:microsoft.com/office/officeart/2005/8/layout/radial5"/>
    <dgm:cxn modelId="{D5666E32-3835-47A2-ABB1-14E0AF07D062}" type="presOf" srcId="{FB1A8232-F0AD-4AD9-88B6-5E3B4D4AA402}" destId="{EF93A6EA-CFA5-434E-AF8F-0F4EE1F84B1A}" srcOrd="1" destOrd="0" presId="urn:microsoft.com/office/officeart/2005/8/layout/radial5"/>
    <dgm:cxn modelId="{824FF139-7AE0-45A7-9D00-D13A29EDE359}" type="presOf" srcId="{BB07E979-2A4E-4EDE-AFD0-641938DF1C7C}" destId="{E1571474-93AA-4C83-B158-A8413D4691B3}" srcOrd="0" destOrd="0" presId="urn:microsoft.com/office/officeart/2005/8/layout/radial5"/>
    <dgm:cxn modelId="{B508C53F-8D8D-4D7F-91F9-0BEE388FE373}" type="presOf" srcId="{33F689F9-7FAD-43FD-BFC5-54800D8DF8A9}" destId="{5490BC5C-34A2-4096-A1E8-52F2605155F6}" srcOrd="1" destOrd="0" presId="urn:microsoft.com/office/officeart/2005/8/layout/radial5"/>
    <dgm:cxn modelId="{30F28E62-414B-4B9D-A949-514034555D9A}" type="presOf" srcId="{A951E007-F38D-4466-AE97-2177F88847F3}" destId="{F521DB3C-2B4D-4CA6-8FF0-0538811B5514}" srcOrd="0" destOrd="0" presId="urn:microsoft.com/office/officeart/2005/8/layout/radial5"/>
    <dgm:cxn modelId="{F555C848-87C1-44DF-9FE5-94123B751948}" srcId="{FE1D3A6B-4DE1-44C8-8799-B1C761FDA35C}" destId="{869CC766-A46B-4AFF-941F-28648768957B}" srcOrd="2" destOrd="0" parTransId="{2A69DE87-CD9C-47D3-8470-EC43912E7105}" sibTransId="{2ED770A7-B14A-4EA4-A230-2E5736434816}"/>
    <dgm:cxn modelId="{CD71A871-36F0-4D26-A2AF-ED2C029F3ADB}" srcId="{FE1D3A6B-4DE1-44C8-8799-B1C761FDA35C}" destId="{AA8601FD-0DFF-4D9C-BBE9-5EE752C39B4E}" srcOrd="4" destOrd="0" parTransId="{33F689F9-7FAD-43FD-BFC5-54800D8DF8A9}" sibTransId="{A7688226-C9DD-43EE-BCA4-386335A1E5F0}"/>
    <dgm:cxn modelId="{20542188-7E84-4A29-A34B-701C25996776}" srcId="{FE1D3A6B-4DE1-44C8-8799-B1C761FDA35C}" destId="{916D9076-8DE4-404C-A284-FBDB88F3AC9F}" srcOrd="3" destOrd="0" parTransId="{FB1A8232-F0AD-4AD9-88B6-5E3B4D4AA402}" sibTransId="{A3D3F9BA-865B-4DDF-8B40-853D5F604CDA}"/>
    <dgm:cxn modelId="{E5EECA8A-26FD-4457-94E8-49F5F39940F1}" type="presOf" srcId="{869CC766-A46B-4AFF-941F-28648768957B}" destId="{96AC9ED3-FE0A-4DE9-AD6F-70802EC15C9F}" srcOrd="0" destOrd="0" presId="urn:microsoft.com/office/officeart/2005/8/layout/radial5"/>
    <dgm:cxn modelId="{F6F9CB8C-80FD-4049-BFA3-CF40D34F7EA5}" type="presOf" srcId="{BB07E979-2A4E-4EDE-AFD0-641938DF1C7C}" destId="{C3200FC5-21AD-4000-88BB-4C3EFD9E5F8F}" srcOrd="1" destOrd="0" presId="urn:microsoft.com/office/officeart/2005/8/layout/radial5"/>
    <dgm:cxn modelId="{1DA6AA91-55C6-4DB0-AA80-3B772998CF27}" type="presOf" srcId="{C2FA94A0-6FA7-4CED-8E64-E1AEFEACDF0E}" destId="{9833C306-C2D6-4334-A277-05793D635346}" srcOrd="0" destOrd="0" presId="urn:microsoft.com/office/officeart/2005/8/layout/radial5"/>
    <dgm:cxn modelId="{A9CD30A4-5B38-4042-91B9-85BAD6F653E9}" type="presOf" srcId="{A951E007-F38D-4466-AE97-2177F88847F3}" destId="{5E7292A5-91BB-4E86-A077-11CA6C774B46}" srcOrd="1" destOrd="0" presId="urn:microsoft.com/office/officeart/2005/8/layout/radial5"/>
    <dgm:cxn modelId="{FF27E6A5-2FC6-4735-93FF-9E83E8DCB3BD}" type="presOf" srcId="{916D9076-8DE4-404C-A284-FBDB88F3AC9F}" destId="{16421FC9-D041-4128-99F7-CDABF68E76DB}" srcOrd="0" destOrd="0" presId="urn:microsoft.com/office/officeart/2005/8/layout/radial5"/>
    <dgm:cxn modelId="{E6177EA6-D479-48A2-84D7-E8C370E10B77}" srcId="{FE1D3A6B-4DE1-44C8-8799-B1C761FDA35C}" destId="{2C46CC8C-FE55-42A1-B0CD-5A9641FD071C}" srcOrd="0" destOrd="0" parTransId="{A951E007-F38D-4466-AE97-2177F88847F3}" sibTransId="{2D58971C-4937-4BC3-909A-56455B398840}"/>
    <dgm:cxn modelId="{44C57CAF-ACE4-4479-BBAD-61B9FAD6C540}" type="presOf" srcId="{2A69DE87-CD9C-47D3-8470-EC43912E7105}" destId="{D0710A14-B9BD-4BA6-B0B1-A17CB5477E91}" srcOrd="0" destOrd="0" presId="urn:microsoft.com/office/officeart/2005/8/layout/radial5"/>
    <dgm:cxn modelId="{3D4F45B5-1CD1-4A2F-9C27-F64DB44C1155}" srcId="{FE1D3A6B-4DE1-44C8-8799-B1C761FDA35C}" destId="{9192EBBB-4A0A-4BF1-9717-4D134C33EF97}" srcOrd="5" destOrd="0" parTransId="{C2FA94A0-6FA7-4CED-8E64-E1AEFEACDF0E}" sibTransId="{21B49E94-EF6B-4C28-BB0D-7BB8930C6F83}"/>
    <dgm:cxn modelId="{E193D8B5-2948-4E78-B9C9-A93D30E98FC5}" type="presOf" srcId="{2C46CC8C-FE55-42A1-B0CD-5A9641FD071C}" destId="{FEBBE91B-1B04-48E7-A6ED-0BEB3DAC1940}" srcOrd="0" destOrd="0" presId="urn:microsoft.com/office/officeart/2005/8/layout/radial5"/>
    <dgm:cxn modelId="{E6A2A2C2-FA5A-498F-9ACF-554D01625397}" type="presOf" srcId="{AA8601FD-0DFF-4D9C-BBE9-5EE752C39B4E}" destId="{696A7274-8E71-45B3-92C8-45F49C78E137}" srcOrd="0" destOrd="0" presId="urn:microsoft.com/office/officeart/2005/8/layout/radial5"/>
    <dgm:cxn modelId="{AD391FCB-2AD8-4D78-B351-F600CFCB7F14}" type="presOf" srcId="{985EC270-76AE-454C-8731-1F0314E62F44}" destId="{D68242E1-532C-4451-877E-93445C377CC8}" srcOrd="0" destOrd="0" presId="urn:microsoft.com/office/officeart/2005/8/layout/radial5"/>
    <dgm:cxn modelId="{8531B7D1-7436-4633-9CA7-35684AF129FB}" srcId="{985EC270-76AE-454C-8731-1F0314E62F44}" destId="{FE1D3A6B-4DE1-44C8-8799-B1C761FDA35C}" srcOrd="0" destOrd="0" parTransId="{D5951E02-41ED-49F7-8DA5-FC6CCADB4F47}" sibTransId="{57FD008A-A8C0-4040-836C-F3AF81CCCA39}"/>
    <dgm:cxn modelId="{44BB80DF-170E-440D-BFF2-D804B419CFB1}" srcId="{FE1D3A6B-4DE1-44C8-8799-B1C761FDA35C}" destId="{017E97F6-8DD0-4B5D-9C50-2EBF1286D46F}" srcOrd="1" destOrd="0" parTransId="{BB07E979-2A4E-4EDE-AFD0-641938DF1C7C}" sibTransId="{97884C47-B899-4D16-A2C3-A8BA59AC6D99}"/>
    <dgm:cxn modelId="{41EEC2F2-5AE7-458A-A574-EC72AB74C466}" type="presOf" srcId="{33F689F9-7FAD-43FD-BFC5-54800D8DF8A9}" destId="{60C58350-6151-4698-AA1A-466470D5CD10}" srcOrd="0" destOrd="0" presId="urn:microsoft.com/office/officeart/2005/8/layout/radial5"/>
    <dgm:cxn modelId="{514FD3F2-F71D-4F9F-9B4C-573714D25EB6}" type="presOf" srcId="{9192EBBB-4A0A-4BF1-9717-4D134C33EF97}" destId="{1132B5EC-2ACD-4618-9C97-FBE5CE97E288}" srcOrd="0" destOrd="0" presId="urn:microsoft.com/office/officeart/2005/8/layout/radial5"/>
    <dgm:cxn modelId="{5575A4FD-C523-45F7-9BF5-C2280BB841EF}" type="presOf" srcId="{017E97F6-8DD0-4B5D-9C50-2EBF1286D46F}" destId="{CFE30CD2-8941-42F5-AA8A-0ABEDBADFC9C}" srcOrd="0" destOrd="0" presId="urn:microsoft.com/office/officeart/2005/8/layout/radial5"/>
    <dgm:cxn modelId="{2FFC02EE-F0F9-4348-9156-D8559CB9ADFF}" type="presParOf" srcId="{D68242E1-532C-4451-877E-93445C377CC8}" destId="{F87C09F7-B171-4C6B-94AA-C9E789D14B2D}" srcOrd="0" destOrd="0" presId="urn:microsoft.com/office/officeart/2005/8/layout/radial5"/>
    <dgm:cxn modelId="{0B573562-5FA7-45F5-85B0-378175606D63}" type="presParOf" srcId="{D68242E1-532C-4451-877E-93445C377CC8}" destId="{F521DB3C-2B4D-4CA6-8FF0-0538811B5514}" srcOrd="1" destOrd="0" presId="urn:microsoft.com/office/officeart/2005/8/layout/radial5"/>
    <dgm:cxn modelId="{8246EC65-0107-4FFC-839A-0D1D9141F046}" type="presParOf" srcId="{F521DB3C-2B4D-4CA6-8FF0-0538811B5514}" destId="{5E7292A5-91BB-4E86-A077-11CA6C774B46}" srcOrd="0" destOrd="0" presId="urn:microsoft.com/office/officeart/2005/8/layout/radial5"/>
    <dgm:cxn modelId="{70417644-C769-4D00-AA99-2D92B24EA2C0}" type="presParOf" srcId="{D68242E1-532C-4451-877E-93445C377CC8}" destId="{FEBBE91B-1B04-48E7-A6ED-0BEB3DAC1940}" srcOrd="2" destOrd="0" presId="urn:microsoft.com/office/officeart/2005/8/layout/radial5"/>
    <dgm:cxn modelId="{BD878001-6A0E-453F-81AA-E85227188ED8}" type="presParOf" srcId="{D68242E1-532C-4451-877E-93445C377CC8}" destId="{E1571474-93AA-4C83-B158-A8413D4691B3}" srcOrd="3" destOrd="0" presId="urn:microsoft.com/office/officeart/2005/8/layout/radial5"/>
    <dgm:cxn modelId="{9EE69A50-5BF6-44F7-A5DA-E0D61E4A1C60}" type="presParOf" srcId="{E1571474-93AA-4C83-B158-A8413D4691B3}" destId="{C3200FC5-21AD-4000-88BB-4C3EFD9E5F8F}" srcOrd="0" destOrd="0" presId="urn:microsoft.com/office/officeart/2005/8/layout/radial5"/>
    <dgm:cxn modelId="{9A424890-B643-40AE-AEFB-B83FE627F6D3}" type="presParOf" srcId="{D68242E1-532C-4451-877E-93445C377CC8}" destId="{CFE30CD2-8941-42F5-AA8A-0ABEDBADFC9C}" srcOrd="4" destOrd="0" presId="urn:microsoft.com/office/officeart/2005/8/layout/radial5"/>
    <dgm:cxn modelId="{0F9AA14E-E25C-4787-AF3B-9029C5DAFD31}" type="presParOf" srcId="{D68242E1-532C-4451-877E-93445C377CC8}" destId="{D0710A14-B9BD-4BA6-B0B1-A17CB5477E91}" srcOrd="5" destOrd="0" presId="urn:microsoft.com/office/officeart/2005/8/layout/radial5"/>
    <dgm:cxn modelId="{4B78DAD9-2E2C-48BA-A64A-8E5967DF7151}" type="presParOf" srcId="{D0710A14-B9BD-4BA6-B0B1-A17CB5477E91}" destId="{C6CBC89F-AA02-41BE-AF4A-FAE169A317E6}" srcOrd="0" destOrd="0" presId="urn:microsoft.com/office/officeart/2005/8/layout/radial5"/>
    <dgm:cxn modelId="{198EE624-9C57-472C-B67C-AC5830DF527A}" type="presParOf" srcId="{D68242E1-532C-4451-877E-93445C377CC8}" destId="{96AC9ED3-FE0A-4DE9-AD6F-70802EC15C9F}" srcOrd="6" destOrd="0" presId="urn:microsoft.com/office/officeart/2005/8/layout/radial5"/>
    <dgm:cxn modelId="{1463EEB8-9955-483D-9810-E0694529A140}" type="presParOf" srcId="{D68242E1-532C-4451-877E-93445C377CC8}" destId="{F0429F94-B55E-4565-BD7F-8A7CD02828FA}" srcOrd="7" destOrd="0" presId="urn:microsoft.com/office/officeart/2005/8/layout/radial5"/>
    <dgm:cxn modelId="{1278C859-D747-4FD2-B5AE-2649F22D38EA}" type="presParOf" srcId="{F0429F94-B55E-4565-BD7F-8A7CD02828FA}" destId="{EF93A6EA-CFA5-434E-AF8F-0F4EE1F84B1A}" srcOrd="0" destOrd="0" presId="urn:microsoft.com/office/officeart/2005/8/layout/radial5"/>
    <dgm:cxn modelId="{6A65D3EA-3B43-4F70-82F6-8A54B5AB7A7C}" type="presParOf" srcId="{D68242E1-532C-4451-877E-93445C377CC8}" destId="{16421FC9-D041-4128-99F7-CDABF68E76DB}" srcOrd="8" destOrd="0" presId="urn:microsoft.com/office/officeart/2005/8/layout/radial5"/>
    <dgm:cxn modelId="{4D17387F-ED17-4E5C-9B7F-9348FEFD1168}" type="presParOf" srcId="{D68242E1-532C-4451-877E-93445C377CC8}" destId="{60C58350-6151-4698-AA1A-466470D5CD10}" srcOrd="9" destOrd="0" presId="urn:microsoft.com/office/officeart/2005/8/layout/radial5"/>
    <dgm:cxn modelId="{3862CD44-3FE4-42BB-8C94-E42319CAD8F5}" type="presParOf" srcId="{60C58350-6151-4698-AA1A-466470D5CD10}" destId="{5490BC5C-34A2-4096-A1E8-52F2605155F6}" srcOrd="0" destOrd="0" presId="urn:microsoft.com/office/officeart/2005/8/layout/radial5"/>
    <dgm:cxn modelId="{FE6037A1-A48A-4D30-BAD8-2A5D629BB301}" type="presParOf" srcId="{D68242E1-532C-4451-877E-93445C377CC8}" destId="{696A7274-8E71-45B3-92C8-45F49C78E137}" srcOrd="10" destOrd="0" presId="urn:microsoft.com/office/officeart/2005/8/layout/radial5"/>
    <dgm:cxn modelId="{F38B4C1D-4115-4ED8-858A-326125DC0EDD}" type="presParOf" srcId="{D68242E1-532C-4451-877E-93445C377CC8}" destId="{9833C306-C2D6-4334-A277-05793D635346}" srcOrd="11" destOrd="0" presId="urn:microsoft.com/office/officeart/2005/8/layout/radial5"/>
    <dgm:cxn modelId="{3E847669-1B26-45FC-A922-35B9F6323277}" type="presParOf" srcId="{9833C306-C2D6-4334-A277-05793D635346}" destId="{1C3983F5-390A-4A5A-B745-D8BA94FD827F}" srcOrd="0" destOrd="0" presId="urn:microsoft.com/office/officeart/2005/8/layout/radial5"/>
    <dgm:cxn modelId="{8E174088-9DAD-4679-A98D-EBCC637119A1}" type="presParOf" srcId="{D68242E1-532C-4451-877E-93445C377CC8}" destId="{1132B5EC-2ACD-4618-9C97-FBE5CE97E288}" srcOrd="12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83D143C-E06E-4F23-A5D7-7974EB842AE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DBD7514A-E58A-4C9F-92B4-707184D26AAE}">
      <dgm:prSet/>
      <dgm:spPr/>
      <dgm:t>
        <a:bodyPr/>
        <a:lstStyle/>
        <a:p>
          <a:r>
            <a:rPr lang="en-US"/>
            <a:t>Understand malware behavior</a:t>
          </a:r>
          <a:endParaRPr lang="en-IN"/>
        </a:p>
      </dgm:t>
    </dgm:pt>
    <dgm:pt modelId="{3DF4A80A-23E0-4E6D-ADDB-97B79D2F3FB0}" type="parTrans" cxnId="{F9EF4D59-CEF9-4D05-ACC3-E5FC29468147}">
      <dgm:prSet/>
      <dgm:spPr/>
      <dgm:t>
        <a:bodyPr/>
        <a:lstStyle/>
        <a:p>
          <a:endParaRPr lang="en-IN"/>
        </a:p>
      </dgm:t>
    </dgm:pt>
    <dgm:pt modelId="{83062FA9-0094-4566-B7AE-7A91B55F1F32}" type="sibTrans" cxnId="{F9EF4D59-CEF9-4D05-ACC3-E5FC29468147}">
      <dgm:prSet/>
      <dgm:spPr/>
      <dgm:t>
        <a:bodyPr/>
        <a:lstStyle/>
        <a:p>
          <a:endParaRPr lang="en-IN"/>
        </a:p>
      </dgm:t>
    </dgm:pt>
    <dgm:pt modelId="{02F602B6-DA5E-4024-9AC2-4F266CD4FCEB}">
      <dgm:prSet/>
      <dgm:spPr/>
      <dgm:t>
        <a:bodyPr/>
        <a:lstStyle/>
        <a:p>
          <a:r>
            <a:rPr lang="en-US"/>
            <a:t>Identify indicators of compromise (IOCs)</a:t>
          </a:r>
          <a:endParaRPr lang="en-IN"/>
        </a:p>
      </dgm:t>
    </dgm:pt>
    <dgm:pt modelId="{49FF84D6-668E-4C08-8B25-61CFB39C3884}" type="parTrans" cxnId="{6AD75C37-0B17-43C4-AF00-2E596521159C}">
      <dgm:prSet/>
      <dgm:spPr/>
      <dgm:t>
        <a:bodyPr/>
        <a:lstStyle/>
        <a:p>
          <a:endParaRPr lang="en-IN"/>
        </a:p>
      </dgm:t>
    </dgm:pt>
    <dgm:pt modelId="{BD140CCB-AC8F-482F-89D0-19A07529E2F5}" type="sibTrans" cxnId="{6AD75C37-0B17-43C4-AF00-2E596521159C}">
      <dgm:prSet/>
      <dgm:spPr/>
      <dgm:t>
        <a:bodyPr/>
        <a:lstStyle/>
        <a:p>
          <a:endParaRPr lang="en-IN"/>
        </a:p>
      </dgm:t>
    </dgm:pt>
    <dgm:pt modelId="{7A68DE75-6EAE-486A-88DA-E0A6C7378406}">
      <dgm:prSet/>
      <dgm:spPr/>
      <dgm:t>
        <a:bodyPr/>
        <a:lstStyle/>
        <a:p>
          <a:r>
            <a:rPr lang="en-US"/>
            <a:t>Develop detection and prevention mechanisms</a:t>
          </a:r>
          <a:endParaRPr lang="en-IN"/>
        </a:p>
      </dgm:t>
    </dgm:pt>
    <dgm:pt modelId="{BEBA5425-0414-4AEA-9C34-CD0FFD4EFC24}" type="parTrans" cxnId="{58B0AD92-5196-42FD-B798-43C676FA04FC}">
      <dgm:prSet/>
      <dgm:spPr/>
      <dgm:t>
        <a:bodyPr/>
        <a:lstStyle/>
        <a:p>
          <a:endParaRPr lang="en-IN"/>
        </a:p>
      </dgm:t>
    </dgm:pt>
    <dgm:pt modelId="{9A590D02-5A24-4D8C-B838-2F952BA3389C}" type="sibTrans" cxnId="{58B0AD92-5196-42FD-B798-43C676FA04FC}">
      <dgm:prSet/>
      <dgm:spPr/>
      <dgm:t>
        <a:bodyPr/>
        <a:lstStyle/>
        <a:p>
          <a:endParaRPr lang="en-IN"/>
        </a:p>
      </dgm:t>
    </dgm:pt>
    <dgm:pt modelId="{F5B0C00C-5B08-4A1E-859C-BA0159E1B640}">
      <dgm:prSet/>
      <dgm:spPr/>
      <dgm:t>
        <a:bodyPr/>
        <a:lstStyle/>
        <a:p>
          <a:r>
            <a:rPr lang="en-US"/>
            <a:t>Understand the infection chain</a:t>
          </a:r>
          <a:endParaRPr lang="en-IN"/>
        </a:p>
      </dgm:t>
    </dgm:pt>
    <dgm:pt modelId="{E2949D9A-4531-4149-9D9D-7B2A33A7C475}" type="parTrans" cxnId="{586F3591-7CEA-4865-B743-00757E429B9D}">
      <dgm:prSet/>
      <dgm:spPr/>
      <dgm:t>
        <a:bodyPr/>
        <a:lstStyle/>
        <a:p>
          <a:endParaRPr lang="en-IN"/>
        </a:p>
      </dgm:t>
    </dgm:pt>
    <dgm:pt modelId="{101C891A-8829-412A-AFBF-2B879240D3BB}" type="sibTrans" cxnId="{586F3591-7CEA-4865-B743-00757E429B9D}">
      <dgm:prSet/>
      <dgm:spPr/>
      <dgm:t>
        <a:bodyPr/>
        <a:lstStyle/>
        <a:p>
          <a:endParaRPr lang="en-IN"/>
        </a:p>
      </dgm:t>
    </dgm:pt>
    <dgm:pt modelId="{2B4F9406-F65F-499E-803F-48210533F9D4}">
      <dgm:prSet/>
      <dgm:spPr/>
      <dgm:t>
        <a:bodyPr/>
        <a:lstStyle/>
        <a:p>
          <a:r>
            <a:rPr lang="en-US"/>
            <a:t>Attribute attacks to threat actors</a:t>
          </a:r>
          <a:endParaRPr lang="en-IN"/>
        </a:p>
      </dgm:t>
    </dgm:pt>
    <dgm:pt modelId="{A5FA56EF-6ADD-4EA6-BF76-F9D151C938F3}" type="parTrans" cxnId="{0E9BE4B8-7719-46FC-8E87-DD1438E72DCB}">
      <dgm:prSet/>
      <dgm:spPr/>
      <dgm:t>
        <a:bodyPr/>
        <a:lstStyle/>
        <a:p>
          <a:endParaRPr lang="en-IN"/>
        </a:p>
      </dgm:t>
    </dgm:pt>
    <dgm:pt modelId="{784DC0D5-BA28-4F8F-9DC6-7007FA244A95}" type="sibTrans" cxnId="{0E9BE4B8-7719-46FC-8E87-DD1438E72DCB}">
      <dgm:prSet/>
      <dgm:spPr/>
      <dgm:t>
        <a:bodyPr/>
        <a:lstStyle/>
        <a:p>
          <a:endParaRPr lang="en-IN"/>
        </a:p>
      </dgm:t>
    </dgm:pt>
    <dgm:pt modelId="{745D179C-C9A0-4A9A-9696-35E3A741DF08}">
      <dgm:prSet/>
      <dgm:spPr/>
      <dgm:t>
        <a:bodyPr/>
        <a:lstStyle/>
        <a:p>
          <a:r>
            <a:rPr lang="en-US"/>
            <a:t>Improve incident response and forensics</a:t>
          </a:r>
          <a:endParaRPr lang="en-IN"/>
        </a:p>
      </dgm:t>
    </dgm:pt>
    <dgm:pt modelId="{0D1CBE21-4FC5-46DC-82E5-320D89AC2269}" type="parTrans" cxnId="{46955657-EB27-4C78-9482-53AA91923F63}">
      <dgm:prSet/>
      <dgm:spPr/>
      <dgm:t>
        <a:bodyPr/>
        <a:lstStyle/>
        <a:p>
          <a:endParaRPr lang="en-IN"/>
        </a:p>
      </dgm:t>
    </dgm:pt>
    <dgm:pt modelId="{CF443C98-DBB4-48D0-8F92-1420B78DF1CF}" type="sibTrans" cxnId="{46955657-EB27-4C78-9482-53AA91923F63}">
      <dgm:prSet/>
      <dgm:spPr/>
      <dgm:t>
        <a:bodyPr/>
        <a:lstStyle/>
        <a:p>
          <a:endParaRPr lang="en-IN"/>
        </a:p>
      </dgm:t>
    </dgm:pt>
    <dgm:pt modelId="{D9D58370-7B29-4FC0-A6ED-4FAB9F180BA4}">
      <dgm:prSet/>
      <dgm:spPr/>
      <dgm:t>
        <a:bodyPr/>
        <a:lstStyle/>
        <a:p>
          <a:r>
            <a:rPr lang="en-US"/>
            <a:t>Support threat intelligence programs</a:t>
          </a:r>
          <a:endParaRPr lang="en-IN"/>
        </a:p>
      </dgm:t>
    </dgm:pt>
    <dgm:pt modelId="{2E036735-3644-451A-9532-526F65EEFC3D}" type="parTrans" cxnId="{F319A7F4-F703-4090-BE60-A153D923B8B7}">
      <dgm:prSet/>
      <dgm:spPr/>
      <dgm:t>
        <a:bodyPr/>
        <a:lstStyle/>
        <a:p>
          <a:endParaRPr lang="en-IN"/>
        </a:p>
      </dgm:t>
    </dgm:pt>
    <dgm:pt modelId="{C5B65853-8B4B-4D33-950F-F70451EB89B6}" type="sibTrans" cxnId="{F319A7F4-F703-4090-BE60-A153D923B8B7}">
      <dgm:prSet/>
      <dgm:spPr/>
      <dgm:t>
        <a:bodyPr/>
        <a:lstStyle/>
        <a:p>
          <a:endParaRPr lang="en-IN"/>
        </a:p>
      </dgm:t>
    </dgm:pt>
    <dgm:pt modelId="{BD4EDFEF-91AE-4BE9-8B38-BCF9BF2B06A6}">
      <dgm:prSet/>
      <dgm:spPr/>
      <dgm:t>
        <a:bodyPr/>
        <a:lstStyle/>
        <a:p>
          <a:r>
            <a:rPr lang="en-US"/>
            <a:t>Reverse engineer malicious payloads</a:t>
          </a:r>
          <a:endParaRPr lang="en-IN"/>
        </a:p>
      </dgm:t>
    </dgm:pt>
    <dgm:pt modelId="{91B31A9D-A3CD-4F23-B7DB-45F046A3EF87}" type="parTrans" cxnId="{F616DF3C-4DA2-4242-865E-721DD80989D3}">
      <dgm:prSet/>
      <dgm:spPr/>
      <dgm:t>
        <a:bodyPr/>
        <a:lstStyle/>
        <a:p>
          <a:endParaRPr lang="en-IN"/>
        </a:p>
      </dgm:t>
    </dgm:pt>
    <dgm:pt modelId="{D071A950-D259-4B41-BD1C-48708720785D}" type="sibTrans" cxnId="{F616DF3C-4DA2-4242-865E-721DD80989D3}">
      <dgm:prSet/>
      <dgm:spPr/>
      <dgm:t>
        <a:bodyPr/>
        <a:lstStyle/>
        <a:p>
          <a:endParaRPr lang="en-IN"/>
        </a:p>
      </dgm:t>
    </dgm:pt>
    <dgm:pt modelId="{78C417E1-DF8E-4EEE-AE04-19960C4FD9DF}">
      <dgm:prSet/>
      <dgm:spPr/>
      <dgm:t>
        <a:bodyPr/>
        <a:lstStyle/>
        <a:p>
          <a:r>
            <a:rPr lang="en-US"/>
            <a:t>Aid compliance and legal investigations</a:t>
          </a:r>
          <a:endParaRPr lang="en-IN"/>
        </a:p>
      </dgm:t>
    </dgm:pt>
    <dgm:pt modelId="{577BE078-4AA3-436D-85E9-E29FD44A5640}" type="parTrans" cxnId="{63E40268-3E0D-4799-B87F-9A30453ACF33}">
      <dgm:prSet/>
      <dgm:spPr/>
      <dgm:t>
        <a:bodyPr/>
        <a:lstStyle/>
        <a:p>
          <a:endParaRPr lang="en-IN"/>
        </a:p>
      </dgm:t>
    </dgm:pt>
    <dgm:pt modelId="{AE0F625F-554F-4620-95B3-ECE528D5C6DD}" type="sibTrans" cxnId="{63E40268-3E0D-4799-B87F-9A30453ACF33}">
      <dgm:prSet/>
      <dgm:spPr/>
      <dgm:t>
        <a:bodyPr/>
        <a:lstStyle/>
        <a:p>
          <a:endParaRPr lang="en-IN"/>
        </a:p>
      </dgm:t>
    </dgm:pt>
    <dgm:pt modelId="{804A37ED-63B8-4BC2-B989-A920FEB61A71}">
      <dgm:prSet/>
      <dgm:spPr/>
      <dgm:t>
        <a:bodyPr/>
        <a:lstStyle/>
        <a:p>
          <a:r>
            <a:rPr lang="en-US"/>
            <a:t>Educate and train cybersecurity teams</a:t>
          </a:r>
          <a:endParaRPr lang="en-IN"/>
        </a:p>
      </dgm:t>
    </dgm:pt>
    <dgm:pt modelId="{F8F505DC-76D6-4D07-B40E-3409FBD64E5C}" type="parTrans" cxnId="{691A3E14-4D47-415B-9D1A-0B06382DB646}">
      <dgm:prSet/>
      <dgm:spPr/>
      <dgm:t>
        <a:bodyPr/>
        <a:lstStyle/>
        <a:p>
          <a:endParaRPr lang="en-IN"/>
        </a:p>
      </dgm:t>
    </dgm:pt>
    <dgm:pt modelId="{CC14F7BA-92D9-4CA3-A6FE-F2E2AC8EDFB6}" type="sibTrans" cxnId="{691A3E14-4D47-415B-9D1A-0B06382DB646}">
      <dgm:prSet/>
      <dgm:spPr/>
      <dgm:t>
        <a:bodyPr/>
        <a:lstStyle/>
        <a:p>
          <a:endParaRPr lang="en-IN"/>
        </a:p>
      </dgm:t>
    </dgm:pt>
    <dgm:pt modelId="{B4933B18-989C-41B3-8E23-936ED4F4F8D9}" type="pres">
      <dgm:prSet presAssocID="{083D143C-E06E-4F23-A5D7-7974EB842AEF}" presName="linear" presStyleCnt="0">
        <dgm:presLayoutVars>
          <dgm:animLvl val="lvl"/>
          <dgm:resizeHandles val="exact"/>
        </dgm:presLayoutVars>
      </dgm:prSet>
      <dgm:spPr/>
    </dgm:pt>
    <dgm:pt modelId="{128A0228-C31C-45D7-9A11-D4C2A734CEA0}" type="pres">
      <dgm:prSet presAssocID="{DBD7514A-E58A-4C9F-92B4-707184D26AAE}" presName="parentText" presStyleLbl="node1" presStyleIdx="0" presStyleCnt="10">
        <dgm:presLayoutVars>
          <dgm:chMax val="0"/>
          <dgm:bulletEnabled val="1"/>
        </dgm:presLayoutVars>
      </dgm:prSet>
      <dgm:spPr/>
    </dgm:pt>
    <dgm:pt modelId="{0137F0B2-9A53-4908-9C8D-09AF43B2EA51}" type="pres">
      <dgm:prSet presAssocID="{83062FA9-0094-4566-B7AE-7A91B55F1F32}" presName="spacer" presStyleCnt="0"/>
      <dgm:spPr/>
    </dgm:pt>
    <dgm:pt modelId="{AD96D4B4-C213-4113-9882-D6F2EAC02E1A}" type="pres">
      <dgm:prSet presAssocID="{02F602B6-DA5E-4024-9AC2-4F266CD4FCEB}" presName="parentText" presStyleLbl="node1" presStyleIdx="1" presStyleCnt="10">
        <dgm:presLayoutVars>
          <dgm:chMax val="0"/>
          <dgm:bulletEnabled val="1"/>
        </dgm:presLayoutVars>
      </dgm:prSet>
      <dgm:spPr/>
    </dgm:pt>
    <dgm:pt modelId="{841BDD0F-DAB1-4B7B-AA27-467900F4E57F}" type="pres">
      <dgm:prSet presAssocID="{BD140CCB-AC8F-482F-89D0-19A07529E2F5}" presName="spacer" presStyleCnt="0"/>
      <dgm:spPr/>
    </dgm:pt>
    <dgm:pt modelId="{C377E161-72CF-4314-B783-0E6B9402C028}" type="pres">
      <dgm:prSet presAssocID="{7A68DE75-6EAE-486A-88DA-E0A6C7378406}" presName="parentText" presStyleLbl="node1" presStyleIdx="2" presStyleCnt="10">
        <dgm:presLayoutVars>
          <dgm:chMax val="0"/>
          <dgm:bulletEnabled val="1"/>
        </dgm:presLayoutVars>
      </dgm:prSet>
      <dgm:spPr/>
    </dgm:pt>
    <dgm:pt modelId="{67037A35-23C6-444F-B450-78D508D3CBB7}" type="pres">
      <dgm:prSet presAssocID="{9A590D02-5A24-4D8C-B838-2F952BA3389C}" presName="spacer" presStyleCnt="0"/>
      <dgm:spPr/>
    </dgm:pt>
    <dgm:pt modelId="{FD18D023-B7B5-4A34-A822-EC83082B98D7}" type="pres">
      <dgm:prSet presAssocID="{F5B0C00C-5B08-4A1E-859C-BA0159E1B640}" presName="parentText" presStyleLbl="node1" presStyleIdx="3" presStyleCnt="10">
        <dgm:presLayoutVars>
          <dgm:chMax val="0"/>
          <dgm:bulletEnabled val="1"/>
        </dgm:presLayoutVars>
      </dgm:prSet>
      <dgm:spPr/>
    </dgm:pt>
    <dgm:pt modelId="{E0F2B85E-3ECB-4666-AD48-9504120FCBCA}" type="pres">
      <dgm:prSet presAssocID="{101C891A-8829-412A-AFBF-2B879240D3BB}" presName="spacer" presStyleCnt="0"/>
      <dgm:spPr/>
    </dgm:pt>
    <dgm:pt modelId="{2DAD25C0-36C7-4B3A-BCED-E9A7A3921E8D}" type="pres">
      <dgm:prSet presAssocID="{2B4F9406-F65F-499E-803F-48210533F9D4}" presName="parentText" presStyleLbl="node1" presStyleIdx="4" presStyleCnt="10">
        <dgm:presLayoutVars>
          <dgm:chMax val="0"/>
          <dgm:bulletEnabled val="1"/>
        </dgm:presLayoutVars>
      </dgm:prSet>
      <dgm:spPr/>
    </dgm:pt>
    <dgm:pt modelId="{12E501A4-51C1-4362-A82F-F1E0486ADE5C}" type="pres">
      <dgm:prSet presAssocID="{784DC0D5-BA28-4F8F-9DC6-7007FA244A95}" presName="spacer" presStyleCnt="0"/>
      <dgm:spPr/>
    </dgm:pt>
    <dgm:pt modelId="{A9083B07-391F-404C-8950-E52764BAA88A}" type="pres">
      <dgm:prSet presAssocID="{745D179C-C9A0-4A9A-9696-35E3A741DF08}" presName="parentText" presStyleLbl="node1" presStyleIdx="5" presStyleCnt="10">
        <dgm:presLayoutVars>
          <dgm:chMax val="0"/>
          <dgm:bulletEnabled val="1"/>
        </dgm:presLayoutVars>
      </dgm:prSet>
      <dgm:spPr/>
    </dgm:pt>
    <dgm:pt modelId="{34580B5F-FEBB-4607-99E5-B5A4CC652646}" type="pres">
      <dgm:prSet presAssocID="{CF443C98-DBB4-48D0-8F92-1420B78DF1CF}" presName="spacer" presStyleCnt="0"/>
      <dgm:spPr/>
    </dgm:pt>
    <dgm:pt modelId="{0942E274-2267-4B77-B1EA-48CCE4CA5128}" type="pres">
      <dgm:prSet presAssocID="{D9D58370-7B29-4FC0-A6ED-4FAB9F180BA4}" presName="parentText" presStyleLbl="node1" presStyleIdx="6" presStyleCnt="10">
        <dgm:presLayoutVars>
          <dgm:chMax val="0"/>
          <dgm:bulletEnabled val="1"/>
        </dgm:presLayoutVars>
      </dgm:prSet>
      <dgm:spPr/>
    </dgm:pt>
    <dgm:pt modelId="{3E08891B-F03B-4C35-8CC3-CFAC368B1A95}" type="pres">
      <dgm:prSet presAssocID="{C5B65853-8B4B-4D33-950F-F70451EB89B6}" presName="spacer" presStyleCnt="0"/>
      <dgm:spPr/>
    </dgm:pt>
    <dgm:pt modelId="{DE81A64F-DD0A-4CB7-9B43-967A8C82A528}" type="pres">
      <dgm:prSet presAssocID="{BD4EDFEF-91AE-4BE9-8B38-BCF9BF2B06A6}" presName="parentText" presStyleLbl="node1" presStyleIdx="7" presStyleCnt="10">
        <dgm:presLayoutVars>
          <dgm:chMax val="0"/>
          <dgm:bulletEnabled val="1"/>
        </dgm:presLayoutVars>
      </dgm:prSet>
      <dgm:spPr/>
    </dgm:pt>
    <dgm:pt modelId="{F1321E52-A7A6-4AC2-B12D-1F5CE4E480CC}" type="pres">
      <dgm:prSet presAssocID="{D071A950-D259-4B41-BD1C-48708720785D}" presName="spacer" presStyleCnt="0"/>
      <dgm:spPr/>
    </dgm:pt>
    <dgm:pt modelId="{1612E4DD-3E09-470F-9278-88F987742511}" type="pres">
      <dgm:prSet presAssocID="{78C417E1-DF8E-4EEE-AE04-19960C4FD9DF}" presName="parentText" presStyleLbl="node1" presStyleIdx="8" presStyleCnt="10">
        <dgm:presLayoutVars>
          <dgm:chMax val="0"/>
          <dgm:bulletEnabled val="1"/>
        </dgm:presLayoutVars>
      </dgm:prSet>
      <dgm:spPr/>
    </dgm:pt>
    <dgm:pt modelId="{395C372C-02F3-412A-929B-CE8526E71194}" type="pres">
      <dgm:prSet presAssocID="{AE0F625F-554F-4620-95B3-ECE528D5C6DD}" presName="spacer" presStyleCnt="0"/>
      <dgm:spPr/>
    </dgm:pt>
    <dgm:pt modelId="{B82AFCA2-986C-4FF2-980E-B75A139C173B}" type="pres">
      <dgm:prSet presAssocID="{804A37ED-63B8-4BC2-B989-A920FEB61A71}" presName="parentText" presStyleLbl="node1" presStyleIdx="9" presStyleCnt="10">
        <dgm:presLayoutVars>
          <dgm:chMax val="0"/>
          <dgm:bulletEnabled val="1"/>
        </dgm:presLayoutVars>
      </dgm:prSet>
      <dgm:spPr/>
    </dgm:pt>
  </dgm:ptLst>
  <dgm:cxnLst>
    <dgm:cxn modelId="{CEE51302-F3EE-4369-B7AF-3CF321BB6897}" type="presOf" srcId="{BD4EDFEF-91AE-4BE9-8B38-BCF9BF2B06A6}" destId="{DE81A64F-DD0A-4CB7-9B43-967A8C82A528}" srcOrd="0" destOrd="0" presId="urn:microsoft.com/office/officeart/2005/8/layout/vList2"/>
    <dgm:cxn modelId="{5A66FE0C-E0DF-4BFF-8F3B-9F2F708B6D16}" type="presOf" srcId="{78C417E1-DF8E-4EEE-AE04-19960C4FD9DF}" destId="{1612E4DD-3E09-470F-9278-88F987742511}" srcOrd="0" destOrd="0" presId="urn:microsoft.com/office/officeart/2005/8/layout/vList2"/>
    <dgm:cxn modelId="{691A3E14-4D47-415B-9D1A-0B06382DB646}" srcId="{083D143C-E06E-4F23-A5D7-7974EB842AEF}" destId="{804A37ED-63B8-4BC2-B989-A920FEB61A71}" srcOrd="9" destOrd="0" parTransId="{F8F505DC-76D6-4D07-B40E-3409FBD64E5C}" sibTransId="{CC14F7BA-92D9-4CA3-A6FE-F2E2AC8EDFB6}"/>
    <dgm:cxn modelId="{4EF8382C-B6DC-4192-B25C-053023FFB09D}" type="presOf" srcId="{804A37ED-63B8-4BC2-B989-A920FEB61A71}" destId="{B82AFCA2-986C-4FF2-980E-B75A139C173B}" srcOrd="0" destOrd="0" presId="urn:microsoft.com/office/officeart/2005/8/layout/vList2"/>
    <dgm:cxn modelId="{661DC22C-051A-4E08-8BE4-5B00C2D5D1AD}" type="presOf" srcId="{745D179C-C9A0-4A9A-9696-35E3A741DF08}" destId="{A9083B07-391F-404C-8950-E52764BAA88A}" srcOrd="0" destOrd="0" presId="urn:microsoft.com/office/officeart/2005/8/layout/vList2"/>
    <dgm:cxn modelId="{6AD75C37-0B17-43C4-AF00-2E596521159C}" srcId="{083D143C-E06E-4F23-A5D7-7974EB842AEF}" destId="{02F602B6-DA5E-4024-9AC2-4F266CD4FCEB}" srcOrd="1" destOrd="0" parTransId="{49FF84D6-668E-4C08-8B25-61CFB39C3884}" sibTransId="{BD140CCB-AC8F-482F-89D0-19A07529E2F5}"/>
    <dgm:cxn modelId="{F616DF3C-4DA2-4242-865E-721DD80989D3}" srcId="{083D143C-E06E-4F23-A5D7-7974EB842AEF}" destId="{BD4EDFEF-91AE-4BE9-8B38-BCF9BF2B06A6}" srcOrd="7" destOrd="0" parTransId="{91B31A9D-A3CD-4F23-B7DB-45F046A3EF87}" sibTransId="{D071A950-D259-4B41-BD1C-48708720785D}"/>
    <dgm:cxn modelId="{63E40268-3E0D-4799-B87F-9A30453ACF33}" srcId="{083D143C-E06E-4F23-A5D7-7974EB842AEF}" destId="{78C417E1-DF8E-4EEE-AE04-19960C4FD9DF}" srcOrd="8" destOrd="0" parTransId="{577BE078-4AA3-436D-85E9-E29FD44A5640}" sibTransId="{AE0F625F-554F-4620-95B3-ECE528D5C6DD}"/>
    <dgm:cxn modelId="{80CE7552-D733-413C-9CF4-CB1B6AAAD562}" type="presOf" srcId="{7A68DE75-6EAE-486A-88DA-E0A6C7378406}" destId="{C377E161-72CF-4314-B783-0E6B9402C028}" srcOrd="0" destOrd="0" presId="urn:microsoft.com/office/officeart/2005/8/layout/vList2"/>
    <dgm:cxn modelId="{E9BDCE53-92A8-42F2-93FE-85C41B3279A9}" type="presOf" srcId="{F5B0C00C-5B08-4A1E-859C-BA0159E1B640}" destId="{FD18D023-B7B5-4A34-A822-EC83082B98D7}" srcOrd="0" destOrd="0" presId="urn:microsoft.com/office/officeart/2005/8/layout/vList2"/>
    <dgm:cxn modelId="{46955657-EB27-4C78-9482-53AA91923F63}" srcId="{083D143C-E06E-4F23-A5D7-7974EB842AEF}" destId="{745D179C-C9A0-4A9A-9696-35E3A741DF08}" srcOrd="5" destOrd="0" parTransId="{0D1CBE21-4FC5-46DC-82E5-320D89AC2269}" sibTransId="{CF443C98-DBB4-48D0-8F92-1420B78DF1CF}"/>
    <dgm:cxn modelId="{F9EF4D59-CEF9-4D05-ACC3-E5FC29468147}" srcId="{083D143C-E06E-4F23-A5D7-7974EB842AEF}" destId="{DBD7514A-E58A-4C9F-92B4-707184D26AAE}" srcOrd="0" destOrd="0" parTransId="{3DF4A80A-23E0-4E6D-ADDB-97B79D2F3FB0}" sibTransId="{83062FA9-0094-4566-B7AE-7A91B55F1F32}"/>
    <dgm:cxn modelId="{3F46A083-71F3-4842-879F-4204E656583E}" type="presOf" srcId="{083D143C-E06E-4F23-A5D7-7974EB842AEF}" destId="{B4933B18-989C-41B3-8E23-936ED4F4F8D9}" srcOrd="0" destOrd="0" presId="urn:microsoft.com/office/officeart/2005/8/layout/vList2"/>
    <dgm:cxn modelId="{586F3591-7CEA-4865-B743-00757E429B9D}" srcId="{083D143C-E06E-4F23-A5D7-7974EB842AEF}" destId="{F5B0C00C-5B08-4A1E-859C-BA0159E1B640}" srcOrd="3" destOrd="0" parTransId="{E2949D9A-4531-4149-9D9D-7B2A33A7C475}" sibTransId="{101C891A-8829-412A-AFBF-2B879240D3BB}"/>
    <dgm:cxn modelId="{58B0AD92-5196-42FD-B798-43C676FA04FC}" srcId="{083D143C-E06E-4F23-A5D7-7974EB842AEF}" destId="{7A68DE75-6EAE-486A-88DA-E0A6C7378406}" srcOrd="2" destOrd="0" parTransId="{BEBA5425-0414-4AEA-9C34-CD0FFD4EFC24}" sibTransId="{9A590D02-5A24-4D8C-B838-2F952BA3389C}"/>
    <dgm:cxn modelId="{0E9BE4B8-7719-46FC-8E87-DD1438E72DCB}" srcId="{083D143C-E06E-4F23-A5D7-7974EB842AEF}" destId="{2B4F9406-F65F-499E-803F-48210533F9D4}" srcOrd="4" destOrd="0" parTransId="{A5FA56EF-6ADD-4EA6-BF76-F9D151C938F3}" sibTransId="{784DC0D5-BA28-4F8F-9DC6-7007FA244A95}"/>
    <dgm:cxn modelId="{383746C2-FF15-4F8C-8547-8753463BA902}" type="presOf" srcId="{D9D58370-7B29-4FC0-A6ED-4FAB9F180BA4}" destId="{0942E274-2267-4B77-B1EA-48CCE4CA5128}" srcOrd="0" destOrd="0" presId="urn:microsoft.com/office/officeart/2005/8/layout/vList2"/>
    <dgm:cxn modelId="{72E18EC2-2946-41FA-AF5B-394257F803F4}" type="presOf" srcId="{DBD7514A-E58A-4C9F-92B4-707184D26AAE}" destId="{128A0228-C31C-45D7-9A11-D4C2A734CEA0}" srcOrd="0" destOrd="0" presId="urn:microsoft.com/office/officeart/2005/8/layout/vList2"/>
    <dgm:cxn modelId="{18B453D0-6D5F-40D3-9F4B-64566B82EC4E}" type="presOf" srcId="{2B4F9406-F65F-499E-803F-48210533F9D4}" destId="{2DAD25C0-36C7-4B3A-BCED-E9A7A3921E8D}" srcOrd="0" destOrd="0" presId="urn:microsoft.com/office/officeart/2005/8/layout/vList2"/>
    <dgm:cxn modelId="{B6D038D9-89E4-4116-92A8-5344A3DE4007}" type="presOf" srcId="{02F602B6-DA5E-4024-9AC2-4F266CD4FCEB}" destId="{AD96D4B4-C213-4113-9882-D6F2EAC02E1A}" srcOrd="0" destOrd="0" presId="urn:microsoft.com/office/officeart/2005/8/layout/vList2"/>
    <dgm:cxn modelId="{F319A7F4-F703-4090-BE60-A153D923B8B7}" srcId="{083D143C-E06E-4F23-A5D7-7974EB842AEF}" destId="{D9D58370-7B29-4FC0-A6ED-4FAB9F180BA4}" srcOrd="6" destOrd="0" parTransId="{2E036735-3644-451A-9532-526F65EEFC3D}" sibTransId="{C5B65853-8B4B-4D33-950F-F70451EB89B6}"/>
    <dgm:cxn modelId="{D3D6ADD1-7624-4D9C-B2F4-5F35550A6258}" type="presParOf" srcId="{B4933B18-989C-41B3-8E23-936ED4F4F8D9}" destId="{128A0228-C31C-45D7-9A11-D4C2A734CEA0}" srcOrd="0" destOrd="0" presId="urn:microsoft.com/office/officeart/2005/8/layout/vList2"/>
    <dgm:cxn modelId="{1E7A3231-58F1-4886-870D-E5C29E0513EF}" type="presParOf" srcId="{B4933B18-989C-41B3-8E23-936ED4F4F8D9}" destId="{0137F0B2-9A53-4908-9C8D-09AF43B2EA51}" srcOrd="1" destOrd="0" presId="urn:microsoft.com/office/officeart/2005/8/layout/vList2"/>
    <dgm:cxn modelId="{4A4196F9-0066-434C-83D3-C16876F69E2E}" type="presParOf" srcId="{B4933B18-989C-41B3-8E23-936ED4F4F8D9}" destId="{AD96D4B4-C213-4113-9882-D6F2EAC02E1A}" srcOrd="2" destOrd="0" presId="urn:microsoft.com/office/officeart/2005/8/layout/vList2"/>
    <dgm:cxn modelId="{F7D1F6A9-32D5-4F64-86CC-1F102F1B5BD0}" type="presParOf" srcId="{B4933B18-989C-41B3-8E23-936ED4F4F8D9}" destId="{841BDD0F-DAB1-4B7B-AA27-467900F4E57F}" srcOrd="3" destOrd="0" presId="urn:microsoft.com/office/officeart/2005/8/layout/vList2"/>
    <dgm:cxn modelId="{77674350-627B-4974-BBA7-64CDFAB45DD7}" type="presParOf" srcId="{B4933B18-989C-41B3-8E23-936ED4F4F8D9}" destId="{C377E161-72CF-4314-B783-0E6B9402C028}" srcOrd="4" destOrd="0" presId="urn:microsoft.com/office/officeart/2005/8/layout/vList2"/>
    <dgm:cxn modelId="{E9F20F73-5FA5-4218-BA82-2876D0B4285A}" type="presParOf" srcId="{B4933B18-989C-41B3-8E23-936ED4F4F8D9}" destId="{67037A35-23C6-444F-B450-78D508D3CBB7}" srcOrd="5" destOrd="0" presId="urn:microsoft.com/office/officeart/2005/8/layout/vList2"/>
    <dgm:cxn modelId="{ACDF22B6-6025-41B6-BE5F-085679B1F03C}" type="presParOf" srcId="{B4933B18-989C-41B3-8E23-936ED4F4F8D9}" destId="{FD18D023-B7B5-4A34-A822-EC83082B98D7}" srcOrd="6" destOrd="0" presId="urn:microsoft.com/office/officeart/2005/8/layout/vList2"/>
    <dgm:cxn modelId="{A3480296-FFE6-4C57-B032-DF78B4F927D8}" type="presParOf" srcId="{B4933B18-989C-41B3-8E23-936ED4F4F8D9}" destId="{E0F2B85E-3ECB-4666-AD48-9504120FCBCA}" srcOrd="7" destOrd="0" presId="urn:microsoft.com/office/officeart/2005/8/layout/vList2"/>
    <dgm:cxn modelId="{18394051-F298-45CF-9ACC-76C48005A863}" type="presParOf" srcId="{B4933B18-989C-41B3-8E23-936ED4F4F8D9}" destId="{2DAD25C0-36C7-4B3A-BCED-E9A7A3921E8D}" srcOrd="8" destOrd="0" presId="urn:microsoft.com/office/officeart/2005/8/layout/vList2"/>
    <dgm:cxn modelId="{5C6E15B8-0492-42F9-A8B4-2BD82D02924A}" type="presParOf" srcId="{B4933B18-989C-41B3-8E23-936ED4F4F8D9}" destId="{12E501A4-51C1-4362-A82F-F1E0486ADE5C}" srcOrd="9" destOrd="0" presId="urn:microsoft.com/office/officeart/2005/8/layout/vList2"/>
    <dgm:cxn modelId="{18083C36-1BAC-4297-91BB-EBCD966FB290}" type="presParOf" srcId="{B4933B18-989C-41B3-8E23-936ED4F4F8D9}" destId="{A9083B07-391F-404C-8950-E52764BAA88A}" srcOrd="10" destOrd="0" presId="urn:microsoft.com/office/officeart/2005/8/layout/vList2"/>
    <dgm:cxn modelId="{10A31204-C088-4DA5-9894-A20F85F3946A}" type="presParOf" srcId="{B4933B18-989C-41B3-8E23-936ED4F4F8D9}" destId="{34580B5F-FEBB-4607-99E5-B5A4CC652646}" srcOrd="11" destOrd="0" presId="urn:microsoft.com/office/officeart/2005/8/layout/vList2"/>
    <dgm:cxn modelId="{1E2031F7-6126-4D18-9317-4568E5AC65C2}" type="presParOf" srcId="{B4933B18-989C-41B3-8E23-936ED4F4F8D9}" destId="{0942E274-2267-4B77-B1EA-48CCE4CA5128}" srcOrd="12" destOrd="0" presId="urn:microsoft.com/office/officeart/2005/8/layout/vList2"/>
    <dgm:cxn modelId="{847BDBB9-A0D8-4D09-86A6-769B4A90A09A}" type="presParOf" srcId="{B4933B18-989C-41B3-8E23-936ED4F4F8D9}" destId="{3E08891B-F03B-4C35-8CC3-CFAC368B1A95}" srcOrd="13" destOrd="0" presId="urn:microsoft.com/office/officeart/2005/8/layout/vList2"/>
    <dgm:cxn modelId="{02CC7498-B049-4A2D-BCDE-7892B4ECBA5E}" type="presParOf" srcId="{B4933B18-989C-41B3-8E23-936ED4F4F8D9}" destId="{DE81A64F-DD0A-4CB7-9B43-967A8C82A528}" srcOrd="14" destOrd="0" presId="urn:microsoft.com/office/officeart/2005/8/layout/vList2"/>
    <dgm:cxn modelId="{DF843506-F901-497B-94E6-931F8A0A54E8}" type="presParOf" srcId="{B4933B18-989C-41B3-8E23-936ED4F4F8D9}" destId="{F1321E52-A7A6-4AC2-B12D-1F5CE4E480CC}" srcOrd="15" destOrd="0" presId="urn:microsoft.com/office/officeart/2005/8/layout/vList2"/>
    <dgm:cxn modelId="{69BA4A7C-2367-457B-9279-DEF327F956EB}" type="presParOf" srcId="{B4933B18-989C-41B3-8E23-936ED4F4F8D9}" destId="{1612E4DD-3E09-470F-9278-88F987742511}" srcOrd="16" destOrd="0" presId="urn:microsoft.com/office/officeart/2005/8/layout/vList2"/>
    <dgm:cxn modelId="{32670CAF-2154-47EE-9606-981FE4F0C493}" type="presParOf" srcId="{B4933B18-989C-41B3-8E23-936ED4F4F8D9}" destId="{395C372C-02F3-412A-929B-CE8526E71194}" srcOrd="17" destOrd="0" presId="urn:microsoft.com/office/officeart/2005/8/layout/vList2"/>
    <dgm:cxn modelId="{EA6DC8E5-967D-4F07-914D-32BFDC5FADCC}" type="presParOf" srcId="{B4933B18-989C-41B3-8E23-936ED4F4F8D9}" destId="{B82AFCA2-986C-4FF2-980E-B75A139C173B}" srcOrd="1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845A382-22AF-4C0C-8E44-88EB658608CA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77042A8-249F-45A2-B98B-B5F5FA34219D}">
      <dgm:prSet/>
      <dgm:spPr/>
      <dgm:t>
        <a:bodyPr/>
        <a:lstStyle/>
        <a:p>
          <a:r>
            <a:rPr lang="en-IN"/>
            <a:t>1. Static Analysis</a:t>
          </a:r>
        </a:p>
      </dgm:t>
    </dgm:pt>
    <dgm:pt modelId="{D036B4EA-48A7-4672-85C9-9CF7A5A94F44}" type="parTrans" cxnId="{A0A4B03C-3338-4F62-B1AD-A404E3D9B2B4}">
      <dgm:prSet/>
      <dgm:spPr/>
      <dgm:t>
        <a:bodyPr/>
        <a:lstStyle/>
        <a:p>
          <a:endParaRPr lang="en-IN"/>
        </a:p>
      </dgm:t>
    </dgm:pt>
    <dgm:pt modelId="{FFDA908D-4F04-4C01-93D4-E0466C9623F8}" type="sibTrans" cxnId="{A0A4B03C-3338-4F62-B1AD-A404E3D9B2B4}">
      <dgm:prSet/>
      <dgm:spPr/>
      <dgm:t>
        <a:bodyPr/>
        <a:lstStyle/>
        <a:p>
          <a:endParaRPr lang="en-IN"/>
        </a:p>
      </dgm:t>
    </dgm:pt>
    <dgm:pt modelId="{60EAE66F-8B91-4263-9BA9-88849D2CCD21}">
      <dgm:prSet/>
      <dgm:spPr/>
      <dgm:t>
        <a:bodyPr/>
        <a:lstStyle/>
        <a:p>
          <a:r>
            <a:rPr lang="en-IN" dirty="0"/>
            <a:t>No execution, use tools like strings, IDA, </a:t>
          </a:r>
          <a:r>
            <a:rPr lang="en-IN" dirty="0" err="1"/>
            <a:t>Ghidra</a:t>
          </a:r>
          <a:endParaRPr lang="en-IN" dirty="0"/>
        </a:p>
      </dgm:t>
    </dgm:pt>
    <dgm:pt modelId="{F10D25D6-0921-44DD-B626-9F7E3A2C916D}" type="parTrans" cxnId="{1911F715-0077-4B9F-92AF-F05E279A6E17}">
      <dgm:prSet/>
      <dgm:spPr/>
      <dgm:t>
        <a:bodyPr/>
        <a:lstStyle/>
        <a:p>
          <a:endParaRPr lang="en-IN"/>
        </a:p>
      </dgm:t>
    </dgm:pt>
    <dgm:pt modelId="{9FA37361-3D06-4667-A7D9-7120ED9F38BB}" type="sibTrans" cxnId="{1911F715-0077-4B9F-92AF-F05E279A6E17}">
      <dgm:prSet/>
      <dgm:spPr/>
      <dgm:t>
        <a:bodyPr/>
        <a:lstStyle/>
        <a:p>
          <a:endParaRPr lang="en-IN"/>
        </a:p>
      </dgm:t>
    </dgm:pt>
    <dgm:pt modelId="{53AB8E68-BC77-4786-AB9C-EE268F61ACFD}">
      <dgm:prSet/>
      <dgm:spPr/>
      <dgm:t>
        <a:bodyPr/>
        <a:lstStyle/>
        <a:p>
          <a:r>
            <a:rPr lang="en-IN"/>
            <a:t>2. Dynamic Analysis</a:t>
          </a:r>
        </a:p>
      </dgm:t>
    </dgm:pt>
    <dgm:pt modelId="{843E8372-2879-43AD-82C4-3218B8FF7FBA}" type="parTrans" cxnId="{80EBB016-DD45-43E8-98CA-418D7D53929E}">
      <dgm:prSet/>
      <dgm:spPr/>
      <dgm:t>
        <a:bodyPr/>
        <a:lstStyle/>
        <a:p>
          <a:endParaRPr lang="en-IN"/>
        </a:p>
      </dgm:t>
    </dgm:pt>
    <dgm:pt modelId="{9AE77C44-833A-486F-B058-B7F17F60D32F}" type="sibTrans" cxnId="{80EBB016-DD45-43E8-98CA-418D7D53929E}">
      <dgm:prSet/>
      <dgm:spPr/>
      <dgm:t>
        <a:bodyPr/>
        <a:lstStyle/>
        <a:p>
          <a:endParaRPr lang="en-IN"/>
        </a:p>
      </dgm:t>
    </dgm:pt>
    <dgm:pt modelId="{CEE8EEF5-255E-454A-8A73-E79A457F9E6E}">
      <dgm:prSet/>
      <dgm:spPr/>
      <dgm:t>
        <a:bodyPr/>
        <a:lstStyle/>
        <a:p>
          <a:r>
            <a:rPr lang="en-IN"/>
            <a:t>Execute and monitor behavior, use Process Monitor, Wireshark</a:t>
          </a:r>
        </a:p>
      </dgm:t>
    </dgm:pt>
    <dgm:pt modelId="{08479835-3A3A-4770-9C1A-1F747B4DFC84}" type="parTrans" cxnId="{BD8459E3-1085-4649-9C9C-51FF84E52D01}">
      <dgm:prSet/>
      <dgm:spPr/>
      <dgm:t>
        <a:bodyPr/>
        <a:lstStyle/>
        <a:p>
          <a:endParaRPr lang="en-IN"/>
        </a:p>
      </dgm:t>
    </dgm:pt>
    <dgm:pt modelId="{C475A4ED-742E-4500-8EE9-272A4B44CC3F}" type="sibTrans" cxnId="{BD8459E3-1085-4649-9C9C-51FF84E52D01}">
      <dgm:prSet/>
      <dgm:spPr/>
      <dgm:t>
        <a:bodyPr/>
        <a:lstStyle/>
        <a:p>
          <a:endParaRPr lang="en-IN"/>
        </a:p>
      </dgm:t>
    </dgm:pt>
    <dgm:pt modelId="{529E8EBE-0ED7-48D3-8EF6-A7711FDC9FDE}" type="pres">
      <dgm:prSet presAssocID="{1845A382-22AF-4C0C-8E44-88EB658608CA}" presName="Name0" presStyleCnt="0">
        <dgm:presLayoutVars>
          <dgm:dir/>
          <dgm:animLvl val="lvl"/>
          <dgm:resizeHandles val="exact"/>
        </dgm:presLayoutVars>
      </dgm:prSet>
      <dgm:spPr/>
    </dgm:pt>
    <dgm:pt modelId="{F22E5148-615F-459C-BF54-11CCC560059B}" type="pres">
      <dgm:prSet presAssocID="{F77042A8-249F-45A2-B98B-B5F5FA34219D}" presName="composite" presStyleCnt="0"/>
      <dgm:spPr/>
    </dgm:pt>
    <dgm:pt modelId="{1F98FB99-246C-4907-ADB1-DE39C618883B}" type="pres">
      <dgm:prSet presAssocID="{F77042A8-249F-45A2-B98B-B5F5FA34219D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65882461-621A-48AF-AD66-D3DDD7DAFFD0}" type="pres">
      <dgm:prSet presAssocID="{F77042A8-249F-45A2-B98B-B5F5FA34219D}" presName="desTx" presStyleLbl="alignAccFollowNode1" presStyleIdx="0" presStyleCnt="2">
        <dgm:presLayoutVars>
          <dgm:bulletEnabled val="1"/>
        </dgm:presLayoutVars>
      </dgm:prSet>
      <dgm:spPr/>
    </dgm:pt>
    <dgm:pt modelId="{C4863081-E20F-4285-A5CA-FFBE00CF228C}" type="pres">
      <dgm:prSet presAssocID="{FFDA908D-4F04-4C01-93D4-E0466C9623F8}" presName="space" presStyleCnt="0"/>
      <dgm:spPr/>
    </dgm:pt>
    <dgm:pt modelId="{C2CBFEEF-C2A3-402D-AE8E-5AC25A0DED0D}" type="pres">
      <dgm:prSet presAssocID="{53AB8E68-BC77-4786-AB9C-EE268F61ACFD}" presName="composite" presStyleCnt="0"/>
      <dgm:spPr/>
    </dgm:pt>
    <dgm:pt modelId="{ECBEB307-C061-4B2A-8089-DAEA4C80758C}" type="pres">
      <dgm:prSet presAssocID="{53AB8E68-BC77-4786-AB9C-EE268F61ACFD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39E19781-4452-497A-B992-E86830333DBC}" type="pres">
      <dgm:prSet presAssocID="{53AB8E68-BC77-4786-AB9C-EE268F61ACFD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D17A9B12-AD04-4F42-AABA-07D9055C9D1D}" type="presOf" srcId="{CEE8EEF5-255E-454A-8A73-E79A457F9E6E}" destId="{39E19781-4452-497A-B992-E86830333DBC}" srcOrd="0" destOrd="0" presId="urn:microsoft.com/office/officeart/2005/8/layout/hList1"/>
    <dgm:cxn modelId="{1911F715-0077-4B9F-92AF-F05E279A6E17}" srcId="{F77042A8-249F-45A2-B98B-B5F5FA34219D}" destId="{60EAE66F-8B91-4263-9BA9-88849D2CCD21}" srcOrd="0" destOrd="0" parTransId="{F10D25D6-0921-44DD-B626-9F7E3A2C916D}" sibTransId="{9FA37361-3D06-4667-A7D9-7120ED9F38BB}"/>
    <dgm:cxn modelId="{80EBB016-DD45-43E8-98CA-418D7D53929E}" srcId="{1845A382-22AF-4C0C-8E44-88EB658608CA}" destId="{53AB8E68-BC77-4786-AB9C-EE268F61ACFD}" srcOrd="1" destOrd="0" parTransId="{843E8372-2879-43AD-82C4-3218B8FF7FBA}" sibTransId="{9AE77C44-833A-486F-B058-B7F17F60D32F}"/>
    <dgm:cxn modelId="{A0A4B03C-3338-4F62-B1AD-A404E3D9B2B4}" srcId="{1845A382-22AF-4C0C-8E44-88EB658608CA}" destId="{F77042A8-249F-45A2-B98B-B5F5FA34219D}" srcOrd="0" destOrd="0" parTransId="{D036B4EA-48A7-4672-85C9-9CF7A5A94F44}" sibTransId="{FFDA908D-4F04-4C01-93D4-E0466C9623F8}"/>
    <dgm:cxn modelId="{CFB9388D-7969-4112-A90C-4F57BFDCF128}" type="presOf" srcId="{53AB8E68-BC77-4786-AB9C-EE268F61ACFD}" destId="{ECBEB307-C061-4B2A-8089-DAEA4C80758C}" srcOrd="0" destOrd="0" presId="urn:microsoft.com/office/officeart/2005/8/layout/hList1"/>
    <dgm:cxn modelId="{F0D97495-7FF1-4059-B3D0-A75AE8DA6D31}" type="presOf" srcId="{1845A382-22AF-4C0C-8E44-88EB658608CA}" destId="{529E8EBE-0ED7-48D3-8EF6-A7711FDC9FDE}" srcOrd="0" destOrd="0" presId="urn:microsoft.com/office/officeart/2005/8/layout/hList1"/>
    <dgm:cxn modelId="{6EF6EF9D-5A6A-4D4C-A8B3-0E403C1DC15B}" type="presOf" srcId="{F77042A8-249F-45A2-B98B-B5F5FA34219D}" destId="{1F98FB99-246C-4907-ADB1-DE39C618883B}" srcOrd="0" destOrd="0" presId="urn:microsoft.com/office/officeart/2005/8/layout/hList1"/>
    <dgm:cxn modelId="{C66C2C9F-823E-44B3-8862-EF58F6DECEE2}" type="presOf" srcId="{60EAE66F-8B91-4263-9BA9-88849D2CCD21}" destId="{65882461-621A-48AF-AD66-D3DDD7DAFFD0}" srcOrd="0" destOrd="0" presId="urn:microsoft.com/office/officeart/2005/8/layout/hList1"/>
    <dgm:cxn modelId="{BD8459E3-1085-4649-9C9C-51FF84E52D01}" srcId="{53AB8E68-BC77-4786-AB9C-EE268F61ACFD}" destId="{CEE8EEF5-255E-454A-8A73-E79A457F9E6E}" srcOrd="0" destOrd="0" parTransId="{08479835-3A3A-4770-9C1A-1F747B4DFC84}" sibTransId="{C475A4ED-742E-4500-8EE9-272A4B44CC3F}"/>
    <dgm:cxn modelId="{9AFBBA00-BB70-4476-B3C4-11BDCC78B88D}" type="presParOf" srcId="{529E8EBE-0ED7-48D3-8EF6-A7711FDC9FDE}" destId="{F22E5148-615F-459C-BF54-11CCC560059B}" srcOrd="0" destOrd="0" presId="urn:microsoft.com/office/officeart/2005/8/layout/hList1"/>
    <dgm:cxn modelId="{A3C3C671-584D-44E7-A08F-240868202036}" type="presParOf" srcId="{F22E5148-615F-459C-BF54-11CCC560059B}" destId="{1F98FB99-246C-4907-ADB1-DE39C618883B}" srcOrd="0" destOrd="0" presId="urn:microsoft.com/office/officeart/2005/8/layout/hList1"/>
    <dgm:cxn modelId="{42A140BC-CE9D-4E10-BEF0-51F04A5A23E1}" type="presParOf" srcId="{F22E5148-615F-459C-BF54-11CCC560059B}" destId="{65882461-621A-48AF-AD66-D3DDD7DAFFD0}" srcOrd="1" destOrd="0" presId="urn:microsoft.com/office/officeart/2005/8/layout/hList1"/>
    <dgm:cxn modelId="{DF7AF11B-079D-4388-A1D7-86E8C6C6EB19}" type="presParOf" srcId="{529E8EBE-0ED7-48D3-8EF6-A7711FDC9FDE}" destId="{C4863081-E20F-4285-A5CA-FFBE00CF228C}" srcOrd="1" destOrd="0" presId="urn:microsoft.com/office/officeart/2005/8/layout/hList1"/>
    <dgm:cxn modelId="{0413A3B0-73A8-4D61-8162-6666FFBE50D6}" type="presParOf" srcId="{529E8EBE-0ED7-48D3-8EF6-A7711FDC9FDE}" destId="{C2CBFEEF-C2A3-402D-AE8E-5AC25A0DED0D}" srcOrd="2" destOrd="0" presId="urn:microsoft.com/office/officeart/2005/8/layout/hList1"/>
    <dgm:cxn modelId="{5F44D243-87FE-4FBD-9B0A-811001D34E33}" type="presParOf" srcId="{C2CBFEEF-C2A3-402D-AE8E-5AC25A0DED0D}" destId="{ECBEB307-C061-4B2A-8089-DAEA4C80758C}" srcOrd="0" destOrd="0" presId="urn:microsoft.com/office/officeart/2005/8/layout/hList1"/>
    <dgm:cxn modelId="{AA5F6153-4ABB-4861-B285-1B90744CEC94}" type="presParOf" srcId="{C2CBFEEF-C2A3-402D-AE8E-5AC25A0DED0D}" destId="{39E19781-4452-497A-B992-E86830333DB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5F2AAEC-0A09-40F2-9617-D9AF718FE4E0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5DDE3A4-5E06-4A98-B44C-FC07BAE9DA8E}">
      <dgm:prSet/>
      <dgm:spPr/>
      <dgm:t>
        <a:bodyPr/>
        <a:lstStyle/>
        <a:p>
          <a:r>
            <a:rPr lang="en-US"/>
            <a:t>Often used to inspect compiled binaries without source code</a:t>
          </a:r>
          <a:endParaRPr lang="en-IN"/>
        </a:p>
      </dgm:t>
    </dgm:pt>
    <dgm:pt modelId="{A08AFF02-BFDE-40DA-8021-DA3646B79FF6}" type="parTrans" cxnId="{ABCDB05B-E28D-4090-982D-DFD8D7242FDA}">
      <dgm:prSet/>
      <dgm:spPr/>
      <dgm:t>
        <a:bodyPr/>
        <a:lstStyle/>
        <a:p>
          <a:endParaRPr lang="en-IN"/>
        </a:p>
      </dgm:t>
    </dgm:pt>
    <dgm:pt modelId="{007A144F-384F-4B34-9C95-27A436CE964A}" type="sibTrans" cxnId="{ABCDB05B-E28D-4090-982D-DFD8D7242FDA}">
      <dgm:prSet/>
      <dgm:spPr/>
      <dgm:t>
        <a:bodyPr/>
        <a:lstStyle/>
        <a:p>
          <a:endParaRPr lang="en-IN"/>
        </a:p>
      </dgm:t>
    </dgm:pt>
    <dgm:pt modelId="{CEAB6433-E8EE-4C96-AB58-ACE2F67AD3CD}">
      <dgm:prSet/>
      <dgm:spPr/>
      <dgm:t>
        <a:bodyPr/>
        <a:lstStyle/>
        <a:p>
          <a:r>
            <a:rPr lang="en-US"/>
            <a:t>Helps uncover hidden or malicious behavior in programs</a:t>
          </a:r>
          <a:endParaRPr lang="en-IN"/>
        </a:p>
      </dgm:t>
    </dgm:pt>
    <dgm:pt modelId="{C41A0CA3-8E5D-4D4E-AAFD-D6AC132F21B1}" type="parTrans" cxnId="{E74EFB37-5B4F-4323-999E-4327A816DF85}">
      <dgm:prSet/>
      <dgm:spPr/>
      <dgm:t>
        <a:bodyPr/>
        <a:lstStyle/>
        <a:p>
          <a:endParaRPr lang="en-IN"/>
        </a:p>
      </dgm:t>
    </dgm:pt>
    <dgm:pt modelId="{EE078F18-8455-4CC6-97CE-61357DA557D5}" type="sibTrans" cxnId="{E74EFB37-5B4F-4323-999E-4327A816DF85}">
      <dgm:prSet/>
      <dgm:spPr/>
      <dgm:t>
        <a:bodyPr/>
        <a:lstStyle/>
        <a:p>
          <a:endParaRPr lang="en-IN"/>
        </a:p>
      </dgm:t>
    </dgm:pt>
    <dgm:pt modelId="{74D2C7A3-ED12-46EC-9A86-FDD2EB124232}">
      <dgm:prSet/>
      <dgm:spPr/>
      <dgm:t>
        <a:bodyPr/>
        <a:lstStyle/>
        <a:p>
          <a:r>
            <a:rPr lang="en-US"/>
            <a:t>Enables de-obfuscation and unpacking of malware</a:t>
          </a:r>
          <a:endParaRPr lang="en-IN"/>
        </a:p>
      </dgm:t>
    </dgm:pt>
    <dgm:pt modelId="{1B885712-3416-449C-A1D3-B559CDC74029}" type="parTrans" cxnId="{DDC40FCF-F559-45A7-B198-AAB1A72DC14D}">
      <dgm:prSet/>
      <dgm:spPr/>
      <dgm:t>
        <a:bodyPr/>
        <a:lstStyle/>
        <a:p>
          <a:endParaRPr lang="en-IN"/>
        </a:p>
      </dgm:t>
    </dgm:pt>
    <dgm:pt modelId="{2776ECCF-1590-432D-B3FC-06641FAE5F07}" type="sibTrans" cxnId="{DDC40FCF-F559-45A7-B198-AAB1A72DC14D}">
      <dgm:prSet/>
      <dgm:spPr/>
      <dgm:t>
        <a:bodyPr/>
        <a:lstStyle/>
        <a:p>
          <a:endParaRPr lang="en-IN"/>
        </a:p>
      </dgm:t>
    </dgm:pt>
    <dgm:pt modelId="{AF055D1D-CAB9-4698-A4AB-DF011F1504CA}">
      <dgm:prSet/>
      <dgm:spPr/>
      <dgm:t>
        <a:bodyPr/>
        <a:lstStyle/>
        <a:p>
          <a:r>
            <a:rPr lang="en-US"/>
            <a:t>Assists in creating patches or bypassing software protections</a:t>
          </a:r>
          <a:endParaRPr lang="en-IN"/>
        </a:p>
      </dgm:t>
    </dgm:pt>
    <dgm:pt modelId="{E1A75D4A-A278-436C-9B8D-77F3427B4194}" type="parTrans" cxnId="{E092B5A6-1407-48FA-A71B-3584296854D5}">
      <dgm:prSet/>
      <dgm:spPr/>
      <dgm:t>
        <a:bodyPr/>
        <a:lstStyle/>
        <a:p>
          <a:endParaRPr lang="en-IN"/>
        </a:p>
      </dgm:t>
    </dgm:pt>
    <dgm:pt modelId="{68A5512E-66CA-4A60-BC64-31ABC7844342}" type="sibTrans" cxnId="{E092B5A6-1407-48FA-A71B-3584296854D5}">
      <dgm:prSet/>
      <dgm:spPr/>
      <dgm:t>
        <a:bodyPr/>
        <a:lstStyle/>
        <a:p>
          <a:endParaRPr lang="en-IN"/>
        </a:p>
      </dgm:t>
    </dgm:pt>
    <dgm:pt modelId="{77E1A148-B752-40F8-9BF5-2579E328FE84}">
      <dgm:prSet/>
      <dgm:spPr/>
      <dgm:t>
        <a:bodyPr/>
        <a:lstStyle/>
        <a:p>
          <a:r>
            <a:rPr lang="en-US"/>
            <a:t>Key for understanding how malware communicates and infects systems</a:t>
          </a:r>
          <a:endParaRPr lang="en-IN"/>
        </a:p>
      </dgm:t>
    </dgm:pt>
    <dgm:pt modelId="{E8DD5AEA-6B9B-4426-B8EC-A30EEB32C95A}" type="parTrans" cxnId="{C62C6319-C4B4-4659-A944-CAAFE6B7FCD7}">
      <dgm:prSet/>
      <dgm:spPr/>
      <dgm:t>
        <a:bodyPr/>
        <a:lstStyle/>
        <a:p>
          <a:endParaRPr lang="en-IN"/>
        </a:p>
      </dgm:t>
    </dgm:pt>
    <dgm:pt modelId="{F41D6DBC-B0E0-4F0B-8933-EA7C2D43B89F}" type="sibTrans" cxnId="{C62C6319-C4B4-4659-A944-CAAFE6B7FCD7}">
      <dgm:prSet/>
      <dgm:spPr/>
      <dgm:t>
        <a:bodyPr/>
        <a:lstStyle/>
        <a:p>
          <a:endParaRPr lang="en-IN"/>
        </a:p>
      </dgm:t>
    </dgm:pt>
    <dgm:pt modelId="{1E735CFF-09A7-4EFE-8D43-4B49A7E25976}">
      <dgm:prSet/>
      <dgm:spPr/>
      <dgm:t>
        <a:bodyPr/>
        <a:lstStyle/>
        <a:p>
          <a:r>
            <a:rPr lang="en-US"/>
            <a:t>Process of analyzing software to understand its internal functionality</a:t>
          </a:r>
          <a:endParaRPr lang="en-IN"/>
        </a:p>
      </dgm:t>
    </dgm:pt>
    <dgm:pt modelId="{7F37AAC2-DDD0-49AC-9CF5-AAD5E2D4A3BF}" type="sibTrans" cxnId="{9866F2EF-F5E4-4BD3-9729-AF4DDB237672}">
      <dgm:prSet/>
      <dgm:spPr/>
      <dgm:t>
        <a:bodyPr/>
        <a:lstStyle/>
        <a:p>
          <a:endParaRPr lang="en-IN"/>
        </a:p>
      </dgm:t>
    </dgm:pt>
    <dgm:pt modelId="{5ACD2B86-CFAB-4EBF-A33D-110ECF4A1B18}" type="parTrans" cxnId="{9866F2EF-F5E4-4BD3-9729-AF4DDB237672}">
      <dgm:prSet/>
      <dgm:spPr/>
      <dgm:t>
        <a:bodyPr/>
        <a:lstStyle/>
        <a:p>
          <a:endParaRPr lang="en-IN"/>
        </a:p>
      </dgm:t>
    </dgm:pt>
    <dgm:pt modelId="{79A41629-BEFD-46F8-973D-0979D21C5D39}" type="pres">
      <dgm:prSet presAssocID="{F5F2AAEC-0A09-40F2-9617-D9AF718FE4E0}" presName="linearFlow" presStyleCnt="0">
        <dgm:presLayoutVars>
          <dgm:dir/>
          <dgm:resizeHandles val="exact"/>
        </dgm:presLayoutVars>
      </dgm:prSet>
      <dgm:spPr/>
    </dgm:pt>
    <dgm:pt modelId="{AC0A3CB2-BD36-42FE-8481-E17F9951C2A8}" type="pres">
      <dgm:prSet presAssocID="{1E735CFF-09A7-4EFE-8D43-4B49A7E25976}" presName="composite" presStyleCnt="0"/>
      <dgm:spPr/>
    </dgm:pt>
    <dgm:pt modelId="{32FB964B-A6C6-4DD5-B2E7-6D11627BBF2C}" type="pres">
      <dgm:prSet presAssocID="{1E735CFF-09A7-4EFE-8D43-4B49A7E25976}" presName="imgShp" presStyleLbl="fgImgPlace1" presStyleIdx="0" presStyleCnt="6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dybug"/>
        </a:ext>
      </dgm:extLst>
    </dgm:pt>
    <dgm:pt modelId="{364A5424-DD0B-4EBE-BE54-80819086851E}" type="pres">
      <dgm:prSet presAssocID="{1E735CFF-09A7-4EFE-8D43-4B49A7E25976}" presName="txShp" presStyleLbl="node1" presStyleIdx="0" presStyleCnt="6">
        <dgm:presLayoutVars>
          <dgm:bulletEnabled val="1"/>
        </dgm:presLayoutVars>
      </dgm:prSet>
      <dgm:spPr/>
    </dgm:pt>
    <dgm:pt modelId="{01EA984E-CE87-4086-A429-69464C5DC4D0}" type="pres">
      <dgm:prSet presAssocID="{7F37AAC2-DDD0-49AC-9CF5-AAD5E2D4A3BF}" presName="spacing" presStyleCnt="0"/>
      <dgm:spPr/>
    </dgm:pt>
    <dgm:pt modelId="{833F55E7-B714-42B9-99FA-BED5826CC8BA}" type="pres">
      <dgm:prSet presAssocID="{75DDE3A4-5E06-4A98-B44C-FC07BAE9DA8E}" presName="composite" presStyleCnt="0"/>
      <dgm:spPr/>
    </dgm:pt>
    <dgm:pt modelId="{E2D9612B-3F4F-4E87-949B-413479BD5D02}" type="pres">
      <dgm:prSet presAssocID="{75DDE3A4-5E06-4A98-B44C-FC07BAE9DA8E}" presName="imgShp" presStyleLbl="fgImgPlace1" presStyleIdx="1" presStyleCnt="6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030E34A3-53BF-4339-AE18-3535C53664FB}" type="pres">
      <dgm:prSet presAssocID="{75DDE3A4-5E06-4A98-B44C-FC07BAE9DA8E}" presName="txShp" presStyleLbl="node1" presStyleIdx="1" presStyleCnt="6">
        <dgm:presLayoutVars>
          <dgm:bulletEnabled val="1"/>
        </dgm:presLayoutVars>
      </dgm:prSet>
      <dgm:spPr/>
    </dgm:pt>
    <dgm:pt modelId="{9EE692EA-DBDF-4624-83E3-37015C47C7C8}" type="pres">
      <dgm:prSet presAssocID="{007A144F-384F-4B34-9C95-27A436CE964A}" presName="spacing" presStyleCnt="0"/>
      <dgm:spPr/>
    </dgm:pt>
    <dgm:pt modelId="{43DA0E12-FC2B-4654-A6ED-00DE1E36A81B}" type="pres">
      <dgm:prSet presAssocID="{CEAB6433-E8EE-4C96-AB58-ACE2F67AD3CD}" presName="composite" presStyleCnt="0"/>
      <dgm:spPr/>
    </dgm:pt>
    <dgm:pt modelId="{7DB6962D-2EB2-4155-B2AB-7F60A1EB625F}" type="pres">
      <dgm:prSet presAssocID="{CEAB6433-E8EE-4C96-AB58-ACE2F67AD3CD}" presName="imgShp" presStyleLbl="fgImgPlace1" presStyleIdx="2" presStyleCnt="6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g under magnifying glass"/>
        </a:ext>
      </dgm:extLst>
    </dgm:pt>
    <dgm:pt modelId="{14BEBC81-D006-4329-A09A-E2A467F182EC}" type="pres">
      <dgm:prSet presAssocID="{CEAB6433-E8EE-4C96-AB58-ACE2F67AD3CD}" presName="txShp" presStyleLbl="node1" presStyleIdx="2" presStyleCnt="6">
        <dgm:presLayoutVars>
          <dgm:bulletEnabled val="1"/>
        </dgm:presLayoutVars>
      </dgm:prSet>
      <dgm:spPr/>
    </dgm:pt>
    <dgm:pt modelId="{6AE1AB27-C441-4097-B452-A9A792E4DE6A}" type="pres">
      <dgm:prSet presAssocID="{EE078F18-8455-4CC6-97CE-61357DA557D5}" presName="spacing" presStyleCnt="0"/>
      <dgm:spPr/>
    </dgm:pt>
    <dgm:pt modelId="{074D36E4-C594-4A38-8030-1CA5CDB56FCB}" type="pres">
      <dgm:prSet presAssocID="{74D2C7A3-ED12-46EC-9A86-FDD2EB124232}" presName="composite" presStyleCnt="0"/>
      <dgm:spPr/>
    </dgm:pt>
    <dgm:pt modelId="{E1E83C60-58DE-4B40-ABB4-62C126FAD654}" type="pres">
      <dgm:prSet presAssocID="{74D2C7A3-ED12-46EC-9A86-FDD2EB124232}" presName="imgShp" presStyleLbl="fgImgPlace1" presStyleIdx="3" presStyleCnt="6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CCB6BAAC-6368-45F0-8264-E09F6D9B96B2}" type="pres">
      <dgm:prSet presAssocID="{74D2C7A3-ED12-46EC-9A86-FDD2EB124232}" presName="txShp" presStyleLbl="node1" presStyleIdx="3" presStyleCnt="6">
        <dgm:presLayoutVars>
          <dgm:bulletEnabled val="1"/>
        </dgm:presLayoutVars>
      </dgm:prSet>
      <dgm:spPr/>
    </dgm:pt>
    <dgm:pt modelId="{3D2521AD-924D-42D3-B8E0-FF188B84A302}" type="pres">
      <dgm:prSet presAssocID="{2776ECCF-1590-432D-B3FC-06641FAE5F07}" presName="spacing" presStyleCnt="0"/>
      <dgm:spPr/>
    </dgm:pt>
    <dgm:pt modelId="{F607AAD7-99BA-4544-BD00-CBA8B82F88BA}" type="pres">
      <dgm:prSet presAssocID="{AF055D1D-CAB9-4698-A4AB-DF011F1504CA}" presName="composite" presStyleCnt="0"/>
      <dgm:spPr/>
    </dgm:pt>
    <dgm:pt modelId="{F326D860-CE4A-4463-B375-149F0DCA2E6C}" type="pres">
      <dgm:prSet presAssocID="{AF055D1D-CAB9-4698-A4AB-DF011F1504CA}" presName="imgShp" presStyleLbl="fgImgPlace1" presStyleIdx="4" presStyleCnt="6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bulb and gear"/>
        </a:ext>
      </dgm:extLst>
    </dgm:pt>
    <dgm:pt modelId="{8A996C08-7CB6-4EE0-ABD6-C3E81DEE4AA4}" type="pres">
      <dgm:prSet presAssocID="{AF055D1D-CAB9-4698-A4AB-DF011F1504CA}" presName="txShp" presStyleLbl="node1" presStyleIdx="4" presStyleCnt="6">
        <dgm:presLayoutVars>
          <dgm:bulletEnabled val="1"/>
        </dgm:presLayoutVars>
      </dgm:prSet>
      <dgm:spPr/>
    </dgm:pt>
    <dgm:pt modelId="{7CC8DA2A-5A0A-4733-B413-A62631A772D0}" type="pres">
      <dgm:prSet presAssocID="{68A5512E-66CA-4A60-BC64-31ABC7844342}" presName="spacing" presStyleCnt="0"/>
      <dgm:spPr/>
    </dgm:pt>
    <dgm:pt modelId="{D8A5ECC6-BF3B-4E0A-A282-95AFD0EED641}" type="pres">
      <dgm:prSet presAssocID="{77E1A148-B752-40F8-9BF5-2579E328FE84}" presName="composite" presStyleCnt="0"/>
      <dgm:spPr/>
    </dgm:pt>
    <dgm:pt modelId="{BD3E9998-1E02-4E23-9B0E-3AB79CEC8B1C}" type="pres">
      <dgm:prSet presAssocID="{77E1A148-B752-40F8-9BF5-2579E328FE84}" presName="imgShp" presStyleLbl="fgImgPlace1" presStyleIdx="5" presStyleCnt="6"/>
      <dgm:spPr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nk"/>
        </a:ext>
      </dgm:extLst>
    </dgm:pt>
    <dgm:pt modelId="{FAE84BB5-AE24-4210-8ECC-EFCFF2B9EAFF}" type="pres">
      <dgm:prSet presAssocID="{77E1A148-B752-40F8-9BF5-2579E328FE84}" presName="txShp" presStyleLbl="node1" presStyleIdx="5" presStyleCnt="6">
        <dgm:presLayoutVars>
          <dgm:bulletEnabled val="1"/>
        </dgm:presLayoutVars>
      </dgm:prSet>
      <dgm:spPr/>
    </dgm:pt>
  </dgm:ptLst>
  <dgm:cxnLst>
    <dgm:cxn modelId="{C62C6319-C4B4-4659-A944-CAAFE6B7FCD7}" srcId="{F5F2AAEC-0A09-40F2-9617-D9AF718FE4E0}" destId="{77E1A148-B752-40F8-9BF5-2579E328FE84}" srcOrd="5" destOrd="0" parTransId="{E8DD5AEA-6B9B-4426-B8EC-A30EEB32C95A}" sibTransId="{F41D6DBC-B0E0-4F0B-8933-EA7C2D43B89F}"/>
    <dgm:cxn modelId="{3B2B632D-49FD-4D55-BEEE-B349A644665B}" type="presOf" srcId="{1E735CFF-09A7-4EFE-8D43-4B49A7E25976}" destId="{364A5424-DD0B-4EBE-BE54-80819086851E}" srcOrd="0" destOrd="0" presId="urn:microsoft.com/office/officeart/2005/8/layout/vList3"/>
    <dgm:cxn modelId="{E74EFB37-5B4F-4323-999E-4327A816DF85}" srcId="{F5F2AAEC-0A09-40F2-9617-D9AF718FE4E0}" destId="{CEAB6433-E8EE-4C96-AB58-ACE2F67AD3CD}" srcOrd="2" destOrd="0" parTransId="{C41A0CA3-8E5D-4D4E-AAFD-D6AC132F21B1}" sibTransId="{EE078F18-8455-4CC6-97CE-61357DA557D5}"/>
    <dgm:cxn modelId="{ABCDB05B-E28D-4090-982D-DFD8D7242FDA}" srcId="{F5F2AAEC-0A09-40F2-9617-D9AF718FE4E0}" destId="{75DDE3A4-5E06-4A98-B44C-FC07BAE9DA8E}" srcOrd="1" destOrd="0" parTransId="{A08AFF02-BFDE-40DA-8021-DA3646B79FF6}" sibTransId="{007A144F-384F-4B34-9C95-27A436CE964A}"/>
    <dgm:cxn modelId="{4A976248-CBFF-4BF4-A1EF-7B01915EF887}" type="presOf" srcId="{74D2C7A3-ED12-46EC-9A86-FDD2EB124232}" destId="{CCB6BAAC-6368-45F0-8264-E09F6D9B96B2}" srcOrd="0" destOrd="0" presId="urn:microsoft.com/office/officeart/2005/8/layout/vList3"/>
    <dgm:cxn modelId="{14144B53-0480-479A-864E-CC663357117A}" type="presOf" srcId="{77E1A148-B752-40F8-9BF5-2579E328FE84}" destId="{FAE84BB5-AE24-4210-8ECC-EFCFF2B9EAFF}" srcOrd="0" destOrd="0" presId="urn:microsoft.com/office/officeart/2005/8/layout/vList3"/>
    <dgm:cxn modelId="{92E7C87A-3A90-4E3C-81F0-76F15702DAF2}" type="presOf" srcId="{CEAB6433-E8EE-4C96-AB58-ACE2F67AD3CD}" destId="{14BEBC81-D006-4329-A09A-E2A467F182EC}" srcOrd="0" destOrd="0" presId="urn:microsoft.com/office/officeart/2005/8/layout/vList3"/>
    <dgm:cxn modelId="{2CE72190-9ED5-45F3-8C3A-EEE7DDE56371}" type="presOf" srcId="{AF055D1D-CAB9-4698-A4AB-DF011F1504CA}" destId="{8A996C08-7CB6-4EE0-ABD6-C3E81DEE4AA4}" srcOrd="0" destOrd="0" presId="urn:microsoft.com/office/officeart/2005/8/layout/vList3"/>
    <dgm:cxn modelId="{E092B5A6-1407-48FA-A71B-3584296854D5}" srcId="{F5F2AAEC-0A09-40F2-9617-D9AF718FE4E0}" destId="{AF055D1D-CAB9-4698-A4AB-DF011F1504CA}" srcOrd="4" destOrd="0" parTransId="{E1A75D4A-A278-436C-9B8D-77F3427B4194}" sibTransId="{68A5512E-66CA-4A60-BC64-31ABC7844342}"/>
    <dgm:cxn modelId="{5E16B2BA-69A9-4CD0-9E0F-95F7614743F1}" type="presOf" srcId="{75DDE3A4-5E06-4A98-B44C-FC07BAE9DA8E}" destId="{030E34A3-53BF-4339-AE18-3535C53664FB}" srcOrd="0" destOrd="0" presId="urn:microsoft.com/office/officeart/2005/8/layout/vList3"/>
    <dgm:cxn modelId="{DDC40FCF-F559-45A7-B198-AAB1A72DC14D}" srcId="{F5F2AAEC-0A09-40F2-9617-D9AF718FE4E0}" destId="{74D2C7A3-ED12-46EC-9A86-FDD2EB124232}" srcOrd="3" destOrd="0" parTransId="{1B885712-3416-449C-A1D3-B559CDC74029}" sibTransId="{2776ECCF-1590-432D-B3FC-06641FAE5F07}"/>
    <dgm:cxn modelId="{9866F2EF-F5E4-4BD3-9729-AF4DDB237672}" srcId="{F5F2AAEC-0A09-40F2-9617-D9AF718FE4E0}" destId="{1E735CFF-09A7-4EFE-8D43-4B49A7E25976}" srcOrd="0" destOrd="0" parTransId="{5ACD2B86-CFAB-4EBF-A33D-110ECF4A1B18}" sibTransId="{7F37AAC2-DDD0-49AC-9CF5-AAD5E2D4A3BF}"/>
    <dgm:cxn modelId="{1B8810F4-2E50-4DCB-97A7-6AABE80DFB58}" type="presOf" srcId="{F5F2AAEC-0A09-40F2-9617-D9AF718FE4E0}" destId="{79A41629-BEFD-46F8-973D-0979D21C5D39}" srcOrd="0" destOrd="0" presId="urn:microsoft.com/office/officeart/2005/8/layout/vList3"/>
    <dgm:cxn modelId="{24AEECED-34E1-4E74-A0EA-2B1AAC58D60B}" type="presParOf" srcId="{79A41629-BEFD-46F8-973D-0979D21C5D39}" destId="{AC0A3CB2-BD36-42FE-8481-E17F9951C2A8}" srcOrd="0" destOrd="0" presId="urn:microsoft.com/office/officeart/2005/8/layout/vList3"/>
    <dgm:cxn modelId="{D22CBE17-8B35-4993-99FB-D6A96D17B76B}" type="presParOf" srcId="{AC0A3CB2-BD36-42FE-8481-E17F9951C2A8}" destId="{32FB964B-A6C6-4DD5-B2E7-6D11627BBF2C}" srcOrd="0" destOrd="0" presId="urn:microsoft.com/office/officeart/2005/8/layout/vList3"/>
    <dgm:cxn modelId="{E599A30F-E434-4620-8E18-8914AD14C7EB}" type="presParOf" srcId="{AC0A3CB2-BD36-42FE-8481-E17F9951C2A8}" destId="{364A5424-DD0B-4EBE-BE54-80819086851E}" srcOrd="1" destOrd="0" presId="urn:microsoft.com/office/officeart/2005/8/layout/vList3"/>
    <dgm:cxn modelId="{291F7CA0-530A-4E26-B3B9-C53EC42EC77A}" type="presParOf" srcId="{79A41629-BEFD-46F8-973D-0979D21C5D39}" destId="{01EA984E-CE87-4086-A429-69464C5DC4D0}" srcOrd="1" destOrd="0" presId="urn:microsoft.com/office/officeart/2005/8/layout/vList3"/>
    <dgm:cxn modelId="{FEB3D8B5-300B-4C62-AD1D-E12C841495B7}" type="presParOf" srcId="{79A41629-BEFD-46F8-973D-0979D21C5D39}" destId="{833F55E7-B714-42B9-99FA-BED5826CC8BA}" srcOrd="2" destOrd="0" presId="urn:microsoft.com/office/officeart/2005/8/layout/vList3"/>
    <dgm:cxn modelId="{36B0B56E-7203-4C94-99FA-48597E3EED72}" type="presParOf" srcId="{833F55E7-B714-42B9-99FA-BED5826CC8BA}" destId="{E2D9612B-3F4F-4E87-949B-413479BD5D02}" srcOrd="0" destOrd="0" presId="urn:microsoft.com/office/officeart/2005/8/layout/vList3"/>
    <dgm:cxn modelId="{3F1F7D58-9418-4005-AF9E-DED124FF5B2F}" type="presParOf" srcId="{833F55E7-B714-42B9-99FA-BED5826CC8BA}" destId="{030E34A3-53BF-4339-AE18-3535C53664FB}" srcOrd="1" destOrd="0" presId="urn:microsoft.com/office/officeart/2005/8/layout/vList3"/>
    <dgm:cxn modelId="{A35549DD-2563-406B-BF9A-8AA8C5190E68}" type="presParOf" srcId="{79A41629-BEFD-46F8-973D-0979D21C5D39}" destId="{9EE692EA-DBDF-4624-83E3-37015C47C7C8}" srcOrd="3" destOrd="0" presId="urn:microsoft.com/office/officeart/2005/8/layout/vList3"/>
    <dgm:cxn modelId="{8809A3C2-B69A-42B0-950C-BA4B3AAF086D}" type="presParOf" srcId="{79A41629-BEFD-46F8-973D-0979D21C5D39}" destId="{43DA0E12-FC2B-4654-A6ED-00DE1E36A81B}" srcOrd="4" destOrd="0" presId="urn:microsoft.com/office/officeart/2005/8/layout/vList3"/>
    <dgm:cxn modelId="{5C7868CA-4DEF-4937-AFF8-D894D2ED4B9C}" type="presParOf" srcId="{43DA0E12-FC2B-4654-A6ED-00DE1E36A81B}" destId="{7DB6962D-2EB2-4155-B2AB-7F60A1EB625F}" srcOrd="0" destOrd="0" presId="urn:microsoft.com/office/officeart/2005/8/layout/vList3"/>
    <dgm:cxn modelId="{A358F275-A574-49F3-9A6E-3C6E9B973B94}" type="presParOf" srcId="{43DA0E12-FC2B-4654-A6ED-00DE1E36A81B}" destId="{14BEBC81-D006-4329-A09A-E2A467F182EC}" srcOrd="1" destOrd="0" presId="urn:microsoft.com/office/officeart/2005/8/layout/vList3"/>
    <dgm:cxn modelId="{D28E0EBE-85DC-4C5F-A7E5-910B101148BB}" type="presParOf" srcId="{79A41629-BEFD-46F8-973D-0979D21C5D39}" destId="{6AE1AB27-C441-4097-B452-A9A792E4DE6A}" srcOrd="5" destOrd="0" presId="urn:microsoft.com/office/officeart/2005/8/layout/vList3"/>
    <dgm:cxn modelId="{ACBA1581-61EF-441F-A0AF-05B5D07DAE9E}" type="presParOf" srcId="{79A41629-BEFD-46F8-973D-0979D21C5D39}" destId="{074D36E4-C594-4A38-8030-1CA5CDB56FCB}" srcOrd="6" destOrd="0" presId="urn:microsoft.com/office/officeart/2005/8/layout/vList3"/>
    <dgm:cxn modelId="{A255F553-B529-4D9D-A784-A262AA4D5AC1}" type="presParOf" srcId="{074D36E4-C594-4A38-8030-1CA5CDB56FCB}" destId="{E1E83C60-58DE-4B40-ABB4-62C126FAD654}" srcOrd="0" destOrd="0" presId="urn:microsoft.com/office/officeart/2005/8/layout/vList3"/>
    <dgm:cxn modelId="{721CE86F-574A-4058-9ABA-F85C8B14C08F}" type="presParOf" srcId="{074D36E4-C594-4A38-8030-1CA5CDB56FCB}" destId="{CCB6BAAC-6368-45F0-8264-E09F6D9B96B2}" srcOrd="1" destOrd="0" presId="urn:microsoft.com/office/officeart/2005/8/layout/vList3"/>
    <dgm:cxn modelId="{F619F48D-1DB6-4D45-AB3D-9F80CA89B828}" type="presParOf" srcId="{79A41629-BEFD-46F8-973D-0979D21C5D39}" destId="{3D2521AD-924D-42D3-B8E0-FF188B84A302}" srcOrd="7" destOrd="0" presId="urn:microsoft.com/office/officeart/2005/8/layout/vList3"/>
    <dgm:cxn modelId="{E8747679-6116-47EF-9118-2EC36B72841A}" type="presParOf" srcId="{79A41629-BEFD-46F8-973D-0979D21C5D39}" destId="{F607AAD7-99BA-4544-BD00-CBA8B82F88BA}" srcOrd="8" destOrd="0" presId="urn:microsoft.com/office/officeart/2005/8/layout/vList3"/>
    <dgm:cxn modelId="{9F5CE6B0-5D68-458A-A3CF-9852AC0FE1FA}" type="presParOf" srcId="{F607AAD7-99BA-4544-BD00-CBA8B82F88BA}" destId="{F326D860-CE4A-4463-B375-149F0DCA2E6C}" srcOrd="0" destOrd="0" presId="urn:microsoft.com/office/officeart/2005/8/layout/vList3"/>
    <dgm:cxn modelId="{A10A29D2-50A6-4AE9-A8C7-ED44C84CBF96}" type="presParOf" srcId="{F607AAD7-99BA-4544-BD00-CBA8B82F88BA}" destId="{8A996C08-7CB6-4EE0-ABD6-C3E81DEE4AA4}" srcOrd="1" destOrd="0" presId="urn:microsoft.com/office/officeart/2005/8/layout/vList3"/>
    <dgm:cxn modelId="{D5ECB0E3-128D-49BB-AD54-25979092FF00}" type="presParOf" srcId="{79A41629-BEFD-46F8-973D-0979D21C5D39}" destId="{7CC8DA2A-5A0A-4733-B413-A62631A772D0}" srcOrd="9" destOrd="0" presId="urn:microsoft.com/office/officeart/2005/8/layout/vList3"/>
    <dgm:cxn modelId="{BF626422-8290-475D-A335-B1D87CFB13F1}" type="presParOf" srcId="{79A41629-BEFD-46F8-973D-0979D21C5D39}" destId="{D8A5ECC6-BF3B-4E0A-A282-95AFD0EED641}" srcOrd="10" destOrd="0" presId="urn:microsoft.com/office/officeart/2005/8/layout/vList3"/>
    <dgm:cxn modelId="{2BF8798D-B901-4D58-B992-2A301001D267}" type="presParOf" srcId="{D8A5ECC6-BF3B-4E0A-A282-95AFD0EED641}" destId="{BD3E9998-1E02-4E23-9B0E-3AB79CEC8B1C}" srcOrd="0" destOrd="0" presId="urn:microsoft.com/office/officeart/2005/8/layout/vList3"/>
    <dgm:cxn modelId="{918D1C39-DBA8-4194-8FD1-4BC12A419C23}" type="presParOf" srcId="{D8A5ECC6-BF3B-4E0A-A282-95AFD0EED641}" destId="{FAE84BB5-AE24-4210-8ECC-EFCFF2B9EAFF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D29B4FA-87DC-4FE8-AB03-9C528BC9D651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9AE7B96-1EC2-4830-82BB-52F328FC9603}">
      <dgm:prSet/>
      <dgm:spPr/>
      <dgm:t>
        <a:bodyPr/>
        <a:lstStyle/>
        <a:p>
          <a:r>
            <a:rPr lang="en-IN" dirty="0"/>
            <a:t>Use VMs: VMware, VirtualBox</a:t>
          </a:r>
        </a:p>
      </dgm:t>
    </dgm:pt>
    <dgm:pt modelId="{B1567E5E-0074-47F7-8BF7-563935B59B5E}" type="parTrans" cxnId="{48FD16C9-0431-4CB9-A11A-E2E5C58213D4}">
      <dgm:prSet/>
      <dgm:spPr/>
      <dgm:t>
        <a:bodyPr/>
        <a:lstStyle/>
        <a:p>
          <a:endParaRPr lang="en-IN"/>
        </a:p>
      </dgm:t>
    </dgm:pt>
    <dgm:pt modelId="{FEF4824D-5BAA-4D88-8444-D5C4E7D7AAA4}" type="sibTrans" cxnId="{48FD16C9-0431-4CB9-A11A-E2E5C58213D4}">
      <dgm:prSet/>
      <dgm:spPr/>
      <dgm:t>
        <a:bodyPr/>
        <a:lstStyle/>
        <a:p>
          <a:endParaRPr lang="en-IN"/>
        </a:p>
      </dgm:t>
    </dgm:pt>
    <dgm:pt modelId="{85AEE76C-29AD-404D-92AE-0F92E3C9692D}">
      <dgm:prSet/>
      <dgm:spPr/>
      <dgm:t>
        <a:bodyPr/>
        <a:lstStyle/>
        <a:p>
          <a:r>
            <a:rPr lang="en-IN" dirty="0"/>
            <a:t> Tools: Windows 10 VM, </a:t>
          </a:r>
          <a:r>
            <a:rPr lang="en-IN" dirty="0" err="1"/>
            <a:t>REMnux</a:t>
          </a:r>
          <a:r>
            <a:rPr lang="en-IN" dirty="0"/>
            <a:t>, FLARE VM</a:t>
          </a:r>
        </a:p>
      </dgm:t>
    </dgm:pt>
    <dgm:pt modelId="{6F300F05-3927-4DF1-A198-9D63237FE505}" type="parTrans" cxnId="{D79BA403-A26A-4BF2-8559-DF4E8EBE251E}">
      <dgm:prSet/>
      <dgm:spPr/>
      <dgm:t>
        <a:bodyPr/>
        <a:lstStyle/>
        <a:p>
          <a:endParaRPr lang="en-IN"/>
        </a:p>
      </dgm:t>
    </dgm:pt>
    <dgm:pt modelId="{87AF5E35-3431-4F7A-AA84-E75756C05F21}" type="sibTrans" cxnId="{D79BA403-A26A-4BF2-8559-DF4E8EBE251E}">
      <dgm:prSet/>
      <dgm:spPr/>
      <dgm:t>
        <a:bodyPr/>
        <a:lstStyle/>
        <a:p>
          <a:endParaRPr lang="en-IN"/>
        </a:p>
      </dgm:t>
    </dgm:pt>
    <dgm:pt modelId="{B358B86F-8501-4F7A-BA37-8E8AD598A329}">
      <dgm:prSet/>
      <dgm:spPr/>
      <dgm:t>
        <a:bodyPr/>
        <a:lstStyle/>
        <a:p>
          <a:r>
            <a:rPr lang="en-IN" dirty="0"/>
            <a:t>Use snapshots for rollback</a:t>
          </a:r>
        </a:p>
      </dgm:t>
    </dgm:pt>
    <dgm:pt modelId="{59E22E42-748C-44A3-8E0A-DF3980ED82D6}" type="parTrans" cxnId="{70E27DFB-13B1-41EC-AAB1-7A0634F59FF6}">
      <dgm:prSet/>
      <dgm:spPr/>
      <dgm:t>
        <a:bodyPr/>
        <a:lstStyle/>
        <a:p>
          <a:endParaRPr lang="en-IN"/>
        </a:p>
      </dgm:t>
    </dgm:pt>
    <dgm:pt modelId="{27671C2C-5BF2-45F0-813C-D803B6226928}" type="sibTrans" cxnId="{70E27DFB-13B1-41EC-AAB1-7A0634F59FF6}">
      <dgm:prSet/>
      <dgm:spPr/>
      <dgm:t>
        <a:bodyPr/>
        <a:lstStyle/>
        <a:p>
          <a:endParaRPr lang="en-IN"/>
        </a:p>
      </dgm:t>
    </dgm:pt>
    <dgm:pt modelId="{8DE57A95-D765-4A02-8BEF-A9DADD87F2D8}" type="pres">
      <dgm:prSet presAssocID="{8D29B4FA-87DC-4FE8-AB03-9C528BC9D651}" presName="compositeShape" presStyleCnt="0">
        <dgm:presLayoutVars>
          <dgm:chMax val="7"/>
          <dgm:dir/>
          <dgm:resizeHandles val="exact"/>
        </dgm:presLayoutVars>
      </dgm:prSet>
      <dgm:spPr/>
    </dgm:pt>
    <dgm:pt modelId="{DF899BB5-F133-422F-B701-9492E9A9FFF9}" type="pres">
      <dgm:prSet presAssocID="{A9AE7B96-1EC2-4830-82BB-52F328FC9603}" presName="circ1" presStyleLbl="vennNode1" presStyleIdx="0" presStyleCnt="3"/>
      <dgm:spPr/>
    </dgm:pt>
    <dgm:pt modelId="{31DE78C5-D6DF-497B-96DD-5748F055277C}" type="pres">
      <dgm:prSet presAssocID="{A9AE7B96-1EC2-4830-82BB-52F328FC9603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9646DEE5-BCEE-41B0-AB5F-A6DE031CD672}" type="pres">
      <dgm:prSet presAssocID="{85AEE76C-29AD-404D-92AE-0F92E3C9692D}" presName="circ2" presStyleLbl="vennNode1" presStyleIdx="1" presStyleCnt="3"/>
      <dgm:spPr/>
    </dgm:pt>
    <dgm:pt modelId="{FAA1C5F1-02EA-4CEA-A306-9F07080DAA67}" type="pres">
      <dgm:prSet presAssocID="{85AEE76C-29AD-404D-92AE-0F92E3C9692D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7D173195-1F2C-4545-AD86-A29022327990}" type="pres">
      <dgm:prSet presAssocID="{B358B86F-8501-4F7A-BA37-8E8AD598A329}" presName="circ3" presStyleLbl="vennNode1" presStyleIdx="2" presStyleCnt="3"/>
      <dgm:spPr/>
    </dgm:pt>
    <dgm:pt modelId="{54FF856B-EE6F-404C-9266-7BF4254C916A}" type="pres">
      <dgm:prSet presAssocID="{B358B86F-8501-4F7A-BA37-8E8AD598A329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D79BA403-A26A-4BF2-8559-DF4E8EBE251E}" srcId="{8D29B4FA-87DC-4FE8-AB03-9C528BC9D651}" destId="{85AEE76C-29AD-404D-92AE-0F92E3C9692D}" srcOrd="1" destOrd="0" parTransId="{6F300F05-3927-4DF1-A198-9D63237FE505}" sibTransId="{87AF5E35-3431-4F7A-AA84-E75756C05F21}"/>
    <dgm:cxn modelId="{532A6214-8D50-4964-A2A0-69140399193E}" type="presOf" srcId="{B358B86F-8501-4F7A-BA37-8E8AD598A329}" destId="{7D173195-1F2C-4545-AD86-A29022327990}" srcOrd="0" destOrd="0" presId="urn:microsoft.com/office/officeart/2005/8/layout/venn1"/>
    <dgm:cxn modelId="{C378866F-BFF5-4AFE-950B-02133CA025D9}" type="presOf" srcId="{85AEE76C-29AD-404D-92AE-0F92E3C9692D}" destId="{9646DEE5-BCEE-41B0-AB5F-A6DE031CD672}" srcOrd="0" destOrd="0" presId="urn:microsoft.com/office/officeart/2005/8/layout/venn1"/>
    <dgm:cxn modelId="{BD985573-C59B-4982-8E9F-AEF9C2BA2D8D}" type="presOf" srcId="{85AEE76C-29AD-404D-92AE-0F92E3C9692D}" destId="{FAA1C5F1-02EA-4CEA-A306-9F07080DAA67}" srcOrd="1" destOrd="0" presId="urn:microsoft.com/office/officeart/2005/8/layout/venn1"/>
    <dgm:cxn modelId="{468D6376-30A4-47DA-B5F4-D448196B5A0E}" type="presOf" srcId="{A9AE7B96-1EC2-4830-82BB-52F328FC9603}" destId="{DF899BB5-F133-422F-B701-9492E9A9FFF9}" srcOrd="0" destOrd="0" presId="urn:microsoft.com/office/officeart/2005/8/layout/venn1"/>
    <dgm:cxn modelId="{614E6097-E6AB-434B-8394-B35F939C4E03}" type="presOf" srcId="{A9AE7B96-1EC2-4830-82BB-52F328FC9603}" destId="{31DE78C5-D6DF-497B-96DD-5748F055277C}" srcOrd="1" destOrd="0" presId="urn:microsoft.com/office/officeart/2005/8/layout/venn1"/>
    <dgm:cxn modelId="{4C9638B6-D11E-4681-8742-9E5DF05ED1AD}" type="presOf" srcId="{8D29B4FA-87DC-4FE8-AB03-9C528BC9D651}" destId="{8DE57A95-D765-4A02-8BEF-A9DADD87F2D8}" srcOrd="0" destOrd="0" presId="urn:microsoft.com/office/officeart/2005/8/layout/venn1"/>
    <dgm:cxn modelId="{48FD16C9-0431-4CB9-A11A-E2E5C58213D4}" srcId="{8D29B4FA-87DC-4FE8-AB03-9C528BC9D651}" destId="{A9AE7B96-1EC2-4830-82BB-52F328FC9603}" srcOrd="0" destOrd="0" parTransId="{B1567E5E-0074-47F7-8BF7-563935B59B5E}" sibTransId="{FEF4824D-5BAA-4D88-8444-D5C4E7D7AAA4}"/>
    <dgm:cxn modelId="{E5CCB7F3-FC30-4E75-A2FD-0295D20C0D92}" type="presOf" srcId="{B358B86F-8501-4F7A-BA37-8E8AD598A329}" destId="{54FF856B-EE6F-404C-9266-7BF4254C916A}" srcOrd="1" destOrd="0" presId="urn:microsoft.com/office/officeart/2005/8/layout/venn1"/>
    <dgm:cxn modelId="{70E27DFB-13B1-41EC-AAB1-7A0634F59FF6}" srcId="{8D29B4FA-87DC-4FE8-AB03-9C528BC9D651}" destId="{B358B86F-8501-4F7A-BA37-8E8AD598A329}" srcOrd="2" destOrd="0" parTransId="{59E22E42-748C-44A3-8E0A-DF3980ED82D6}" sibTransId="{27671C2C-5BF2-45F0-813C-D803B6226928}"/>
    <dgm:cxn modelId="{7447EC30-6692-4CA7-B3FF-2AC0ED72DAC5}" type="presParOf" srcId="{8DE57A95-D765-4A02-8BEF-A9DADD87F2D8}" destId="{DF899BB5-F133-422F-B701-9492E9A9FFF9}" srcOrd="0" destOrd="0" presId="urn:microsoft.com/office/officeart/2005/8/layout/venn1"/>
    <dgm:cxn modelId="{85A296DE-B36F-418B-AE67-926176FD7124}" type="presParOf" srcId="{8DE57A95-D765-4A02-8BEF-A9DADD87F2D8}" destId="{31DE78C5-D6DF-497B-96DD-5748F055277C}" srcOrd="1" destOrd="0" presId="urn:microsoft.com/office/officeart/2005/8/layout/venn1"/>
    <dgm:cxn modelId="{D5522EDF-2475-4694-897C-B90B5EEC80D6}" type="presParOf" srcId="{8DE57A95-D765-4A02-8BEF-A9DADD87F2D8}" destId="{9646DEE5-BCEE-41B0-AB5F-A6DE031CD672}" srcOrd="2" destOrd="0" presId="urn:microsoft.com/office/officeart/2005/8/layout/venn1"/>
    <dgm:cxn modelId="{E165728F-759A-40E8-9B2E-BCE97593E319}" type="presParOf" srcId="{8DE57A95-D765-4A02-8BEF-A9DADD87F2D8}" destId="{FAA1C5F1-02EA-4CEA-A306-9F07080DAA67}" srcOrd="3" destOrd="0" presId="urn:microsoft.com/office/officeart/2005/8/layout/venn1"/>
    <dgm:cxn modelId="{63A87B85-78A2-4CD7-8BDE-8CA742A1179B}" type="presParOf" srcId="{8DE57A95-D765-4A02-8BEF-A9DADD87F2D8}" destId="{7D173195-1F2C-4545-AD86-A29022327990}" srcOrd="4" destOrd="0" presId="urn:microsoft.com/office/officeart/2005/8/layout/venn1"/>
    <dgm:cxn modelId="{3CF5666E-AF0A-4BDE-AE9E-8094B8DCCBFC}" type="presParOf" srcId="{8DE57A95-D765-4A02-8BEF-A9DADD87F2D8}" destId="{54FF856B-EE6F-404C-9266-7BF4254C916A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21512CB-34EE-4263-8D05-7BA65F18EF74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816ACBA-17D6-48CF-833A-524EC5EB101D}">
      <dgm:prSet/>
      <dgm:spPr/>
      <dgm:t>
        <a:bodyPr/>
        <a:lstStyle/>
        <a:p>
          <a:r>
            <a:rPr lang="en-IN"/>
            <a:t>OS and Networking basics</a:t>
          </a:r>
        </a:p>
      </dgm:t>
    </dgm:pt>
    <dgm:pt modelId="{0B441F1C-03B5-41B3-9642-FF69640AB677}" type="parTrans" cxnId="{DD44E460-0371-481E-BAB9-511BA032A3A6}">
      <dgm:prSet/>
      <dgm:spPr/>
      <dgm:t>
        <a:bodyPr/>
        <a:lstStyle/>
        <a:p>
          <a:endParaRPr lang="en-IN"/>
        </a:p>
      </dgm:t>
    </dgm:pt>
    <dgm:pt modelId="{9772B75E-73B1-452F-BFDD-A147E57C667E}" type="sibTrans" cxnId="{DD44E460-0371-481E-BAB9-511BA032A3A6}">
      <dgm:prSet/>
      <dgm:spPr/>
      <dgm:t>
        <a:bodyPr/>
        <a:lstStyle/>
        <a:p>
          <a:endParaRPr lang="en-IN"/>
        </a:p>
      </dgm:t>
    </dgm:pt>
    <dgm:pt modelId="{618EE2EC-1ED6-45BA-9C85-155FF8D77D25}">
      <dgm:prSet/>
      <dgm:spPr/>
      <dgm:t>
        <a:bodyPr/>
        <a:lstStyle/>
        <a:p>
          <a:r>
            <a:rPr lang="en-IN"/>
            <a:t>Assembly Language</a:t>
          </a:r>
        </a:p>
      </dgm:t>
    </dgm:pt>
    <dgm:pt modelId="{FB105CC0-3F10-424D-8724-0CB442C9F8A4}" type="parTrans" cxnId="{AD97A3DB-2850-4F88-86DA-CA69DA1228C2}">
      <dgm:prSet/>
      <dgm:spPr/>
      <dgm:t>
        <a:bodyPr/>
        <a:lstStyle/>
        <a:p>
          <a:endParaRPr lang="en-IN"/>
        </a:p>
      </dgm:t>
    </dgm:pt>
    <dgm:pt modelId="{9D484A26-9A57-4D81-A42D-C596DF4BBAD7}" type="sibTrans" cxnId="{AD97A3DB-2850-4F88-86DA-CA69DA1228C2}">
      <dgm:prSet/>
      <dgm:spPr/>
      <dgm:t>
        <a:bodyPr/>
        <a:lstStyle/>
        <a:p>
          <a:endParaRPr lang="en-IN"/>
        </a:p>
      </dgm:t>
    </dgm:pt>
    <dgm:pt modelId="{A052D532-1711-4FB4-B828-29DEC7E48AD7}">
      <dgm:prSet/>
      <dgm:spPr/>
      <dgm:t>
        <a:bodyPr/>
        <a:lstStyle/>
        <a:p>
          <a:r>
            <a:rPr lang="en-IN"/>
            <a:t>Static and Dynamic Tools</a:t>
          </a:r>
        </a:p>
      </dgm:t>
    </dgm:pt>
    <dgm:pt modelId="{B0BC14FA-E0B1-4A6A-BD9B-11B54952588C}" type="parTrans" cxnId="{BF8C2735-C431-4C08-BDE8-306D5FD0E158}">
      <dgm:prSet/>
      <dgm:spPr/>
      <dgm:t>
        <a:bodyPr/>
        <a:lstStyle/>
        <a:p>
          <a:endParaRPr lang="en-IN"/>
        </a:p>
      </dgm:t>
    </dgm:pt>
    <dgm:pt modelId="{2D4AF48B-5295-49EA-8397-298565DDF237}" type="sibTrans" cxnId="{BF8C2735-C431-4C08-BDE8-306D5FD0E158}">
      <dgm:prSet/>
      <dgm:spPr/>
      <dgm:t>
        <a:bodyPr/>
        <a:lstStyle/>
        <a:p>
          <a:endParaRPr lang="en-IN"/>
        </a:p>
      </dgm:t>
    </dgm:pt>
    <dgm:pt modelId="{7953005F-0E12-41AB-A0F1-4E56A149E38D}">
      <dgm:prSet/>
      <dgm:spPr/>
      <dgm:t>
        <a:bodyPr/>
        <a:lstStyle/>
        <a:p>
          <a:r>
            <a:rPr lang="en-IN"/>
            <a:t>Crackmes and Malware Samples</a:t>
          </a:r>
        </a:p>
      </dgm:t>
    </dgm:pt>
    <dgm:pt modelId="{7FADF14F-3D0C-4176-AE3E-3690872B931D}" type="parTrans" cxnId="{946583EE-A90E-483B-881D-D17A3B1904E6}">
      <dgm:prSet/>
      <dgm:spPr/>
      <dgm:t>
        <a:bodyPr/>
        <a:lstStyle/>
        <a:p>
          <a:endParaRPr lang="en-IN"/>
        </a:p>
      </dgm:t>
    </dgm:pt>
    <dgm:pt modelId="{42736CCC-6FFC-414A-9B83-ECA454098977}" type="sibTrans" cxnId="{946583EE-A90E-483B-881D-D17A3B1904E6}">
      <dgm:prSet/>
      <dgm:spPr/>
      <dgm:t>
        <a:bodyPr/>
        <a:lstStyle/>
        <a:p>
          <a:endParaRPr lang="en-IN"/>
        </a:p>
      </dgm:t>
    </dgm:pt>
    <dgm:pt modelId="{F47554F4-539E-41DA-B978-DC66B2DF1515}">
      <dgm:prSet/>
      <dgm:spPr/>
      <dgm:t>
        <a:bodyPr/>
        <a:lstStyle/>
        <a:p>
          <a:r>
            <a:rPr lang="en-IN"/>
            <a:t>Follow Threat Intel</a:t>
          </a:r>
        </a:p>
      </dgm:t>
    </dgm:pt>
    <dgm:pt modelId="{FBC39F74-7C5D-4FCE-8F3D-AF5CC23361ED}" type="parTrans" cxnId="{7FF0BE4E-03EB-401B-B367-AA1CB05CFDCB}">
      <dgm:prSet/>
      <dgm:spPr/>
      <dgm:t>
        <a:bodyPr/>
        <a:lstStyle/>
        <a:p>
          <a:endParaRPr lang="en-IN"/>
        </a:p>
      </dgm:t>
    </dgm:pt>
    <dgm:pt modelId="{D895C10A-6145-4D7F-87A3-C4ABBD1949A9}" type="sibTrans" cxnId="{7FF0BE4E-03EB-401B-B367-AA1CB05CFDCB}">
      <dgm:prSet/>
      <dgm:spPr/>
      <dgm:t>
        <a:bodyPr/>
        <a:lstStyle/>
        <a:p>
          <a:endParaRPr lang="en-IN"/>
        </a:p>
      </dgm:t>
    </dgm:pt>
    <dgm:pt modelId="{50A35952-C9E0-44DB-8B16-A4FD90730841}">
      <dgm:prSet/>
      <dgm:spPr/>
      <dgm:t>
        <a:bodyPr/>
        <a:lstStyle/>
        <a:p>
          <a:r>
            <a:rPr lang="en-IN" dirty="0"/>
            <a:t>Patience &amp;  Consistency</a:t>
          </a:r>
        </a:p>
      </dgm:t>
    </dgm:pt>
    <dgm:pt modelId="{521C4C10-BCAF-4BC5-9BD0-940763A5DF25}" type="parTrans" cxnId="{4EA8A721-D361-43A9-A527-AA96B85EF0A3}">
      <dgm:prSet/>
      <dgm:spPr/>
      <dgm:t>
        <a:bodyPr/>
        <a:lstStyle/>
        <a:p>
          <a:endParaRPr lang="en-IN"/>
        </a:p>
      </dgm:t>
    </dgm:pt>
    <dgm:pt modelId="{D9583D76-63F1-4473-86B7-29EE44481235}" type="sibTrans" cxnId="{4EA8A721-D361-43A9-A527-AA96B85EF0A3}">
      <dgm:prSet/>
      <dgm:spPr/>
      <dgm:t>
        <a:bodyPr/>
        <a:lstStyle/>
        <a:p>
          <a:endParaRPr lang="en-IN"/>
        </a:p>
      </dgm:t>
    </dgm:pt>
    <dgm:pt modelId="{11BA48D5-0325-4AC5-B70E-6FF0F6C4A75B}" type="pres">
      <dgm:prSet presAssocID="{221512CB-34EE-4263-8D05-7BA65F18EF74}" presName="linear" presStyleCnt="0">
        <dgm:presLayoutVars>
          <dgm:dir/>
          <dgm:animLvl val="lvl"/>
          <dgm:resizeHandles val="exact"/>
        </dgm:presLayoutVars>
      </dgm:prSet>
      <dgm:spPr/>
    </dgm:pt>
    <dgm:pt modelId="{6F125989-8E19-447A-924A-A5BA9101414D}" type="pres">
      <dgm:prSet presAssocID="{0816ACBA-17D6-48CF-833A-524EC5EB101D}" presName="parentLin" presStyleCnt="0"/>
      <dgm:spPr/>
    </dgm:pt>
    <dgm:pt modelId="{FD7767E1-2C66-4674-BD58-06F491B682A8}" type="pres">
      <dgm:prSet presAssocID="{0816ACBA-17D6-48CF-833A-524EC5EB101D}" presName="parentLeftMargin" presStyleLbl="node1" presStyleIdx="0" presStyleCnt="6"/>
      <dgm:spPr/>
    </dgm:pt>
    <dgm:pt modelId="{EB805197-4E0F-42DF-9D89-3EF7BFE12812}" type="pres">
      <dgm:prSet presAssocID="{0816ACBA-17D6-48CF-833A-524EC5EB101D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F80BF65E-C4C5-45FA-A255-8C45FF86D82F}" type="pres">
      <dgm:prSet presAssocID="{0816ACBA-17D6-48CF-833A-524EC5EB101D}" presName="negativeSpace" presStyleCnt="0"/>
      <dgm:spPr/>
    </dgm:pt>
    <dgm:pt modelId="{2ED01E54-6AFF-40C8-96BA-BC13C2537D98}" type="pres">
      <dgm:prSet presAssocID="{0816ACBA-17D6-48CF-833A-524EC5EB101D}" presName="childText" presStyleLbl="conFgAcc1" presStyleIdx="0" presStyleCnt="6">
        <dgm:presLayoutVars>
          <dgm:bulletEnabled val="1"/>
        </dgm:presLayoutVars>
      </dgm:prSet>
      <dgm:spPr/>
    </dgm:pt>
    <dgm:pt modelId="{7710CA94-6A43-49C8-9247-3F374980FF9A}" type="pres">
      <dgm:prSet presAssocID="{9772B75E-73B1-452F-BFDD-A147E57C667E}" presName="spaceBetweenRectangles" presStyleCnt="0"/>
      <dgm:spPr/>
    </dgm:pt>
    <dgm:pt modelId="{F86CCEF9-0783-4C8E-864F-98D1FEB395C1}" type="pres">
      <dgm:prSet presAssocID="{618EE2EC-1ED6-45BA-9C85-155FF8D77D25}" presName="parentLin" presStyleCnt="0"/>
      <dgm:spPr/>
    </dgm:pt>
    <dgm:pt modelId="{9CC88BA4-F55B-4038-B9C3-A71A9EA840BD}" type="pres">
      <dgm:prSet presAssocID="{618EE2EC-1ED6-45BA-9C85-155FF8D77D25}" presName="parentLeftMargin" presStyleLbl="node1" presStyleIdx="0" presStyleCnt="6"/>
      <dgm:spPr/>
    </dgm:pt>
    <dgm:pt modelId="{5F3BBC80-B378-4D76-A8F5-A28E5086627A}" type="pres">
      <dgm:prSet presAssocID="{618EE2EC-1ED6-45BA-9C85-155FF8D77D25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ED8B3D7E-C8C0-4AE9-860A-BA7A17B59BC3}" type="pres">
      <dgm:prSet presAssocID="{618EE2EC-1ED6-45BA-9C85-155FF8D77D25}" presName="negativeSpace" presStyleCnt="0"/>
      <dgm:spPr/>
    </dgm:pt>
    <dgm:pt modelId="{9CF1A88E-9BE5-4ABB-8CD2-8A6AE90430C1}" type="pres">
      <dgm:prSet presAssocID="{618EE2EC-1ED6-45BA-9C85-155FF8D77D25}" presName="childText" presStyleLbl="conFgAcc1" presStyleIdx="1" presStyleCnt="6">
        <dgm:presLayoutVars>
          <dgm:bulletEnabled val="1"/>
        </dgm:presLayoutVars>
      </dgm:prSet>
      <dgm:spPr/>
    </dgm:pt>
    <dgm:pt modelId="{C5ADDD68-DCCD-473A-BC2F-41D50A64AB6E}" type="pres">
      <dgm:prSet presAssocID="{9D484A26-9A57-4D81-A42D-C596DF4BBAD7}" presName="spaceBetweenRectangles" presStyleCnt="0"/>
      <dgm:spPr/>
    </dgm:pt>
    <dgm:pt modelId="{248AC5A1-5004-4885-BA79-A9AC0FA4E299}" type="pres">
      <dgm:prSet presAssocID="{A052D532-1711-4FB4-B828-29DEC7E48AD7}" presName="parentLin" presStyleCnt="0"/>
      <dgm:spPr/>
    </dgm:pt>
    <dgm:pt modelId="{0F4DE865-EFBD-4108-A410-94D7F98F2A26}" type="pres">
      <dgm:prSet presAssocID="{A052D532-1711-4FB4-B828-29DEC7E48AD7}" presName="parentLeftMargin" presStyleLbl="node1" presStyleIdx="1" presStyleCnt="6"/>
      <dgm:spPr/>
    </dgm:pt>
    <dgm:pt modelId="{5FB7EBFC-F0BC-495E-B248-7F5608215423}" type="pres">
      <dgm:prSet presAssocID="{A052D532-1711-4FB4-B828-29DEC7E48AD7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D9D6EBF8-3A37-4B43-9037-E041F40A4950}" type="pres">
      <dgm:prSet presAssocID="{A052D532-1711-4FB4-B828-29DEC7E48AD7}" presName="negativeSpace" presStyleCnt="0"/>
      <dgm:spPr/>
    </dgm:pt>
    <dgm:pt modelId="{DD92A162-A1BE-4857-8553-6E5898D0A968}" type="pres">
      <dgm:prSet presAssocID="{A052D532-1711-4FB4-B828-29DEC7E48AD7}" presName="childText" presStyleLbl="conFgAcc1" presStyleIdx="2" presStyleCnt="6">
        <dgm:presLayoutVars>
          <dgm:bulletEnabled val="1"/>
        </dgm:presLayoutVars>
      </dgm:prSet>
      <dgm:spPr/>
    </dgm:pt>
    <dgm:pt modelId="{87B73C59-761C-49CE-9F77-3C1F5EDEF38B}" type="pres">
      <dgm:prSet presAssocID="{2D4AF48B-5295-49EA-8397-298565DDF237}" presName="spaceBetweenRectangles" presStyleCnt="0"/>
      <dgm:spPr/>
    </dgm:pt>
    <dgm:pt modelId="{361E7F45-39CA-4F1E-B274-8205851C0137}" type="pres">
      <dgm:prSet presAssocID="{7953005F-0E12-41AB-A0F1-4E56A149E38D}" presName="parentLin" presStyleCnt="0"/>
      <dgm:spPr/>
    </dgm:pt>
    <dgm:pt modelId="{DD95F527-33D4-4192-A5D4-B0B8DEA04662}" type="pres">
      <dgm:prSet presAssocID="{7953005F-0E12-41AB-A0F1-4E56A149E38D}" presName="parentLeftMargin" presStyleLbl="node1" presStyleIdx="2" presStyleCnt="6"/>
      <dgm:spPr/>
    </dgm:pt>
    <dgm:pt modelId="{B3A27B36-F1CC-4D85-B6AC-713F562F20B3}" type="pres">
      <dgm:prSet presAssocID="{7953005F-0E12-41AB-A0F1-4E56A149E38D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B56F7EF3-6B73-4F2B-9ED2-3E534F4FD76C}" type="pres">
      <dgm:prSet presAssocID="{7953005F-0E12-41AB-A0F1-4E56A149E38D}" presName="negativeSpace" presStyleCnt="0"/>
      <dgm:spPr/>
    </dgm:pt>
    <dgm:pt modelId="{4E772F1A-225B-4616-A789-1B7E17E62A33}" type="pres">
      <dgm:prSet presAssocID="{7953005F-0E12-41AB-A0F1-4E56A149E38D}" presName="childText" presStyleLbl="conFgAcc1" presStyleIdx="3" presStyleCnt="6">
        <dgm:presLayoutVars>
          <dgm:bulletEnabled val="1"/>
        </dgm:presLayoutVars>
      </dgm:prSet>
      <dgm:spPr/>
    </dgm:pt>
    <dgm:pt modelId="{CD487B08-7AAB-4BD0-A572-AC2FE5DCF923}" type="pres">
      <dgm:prSet presAssocID="{42736CCC-6FFC-414A-9B83-ECA454098977}" presName="spaceBetweenRectangles" presStyleCnt="0"/>
      <dgm:spPr/>
    </dgm:pt>
    <dgm:pt modelId="{C72E7570-2B94-4AF1-8EE1-39253490EDB6}" type="pres">
      <dgm:prSet presAssocID="{F47554F4-539E-41DA-B978-DC66B2DF1515}" presName="parentLin" presStyleCnt="0"/>
      <dgm:spPr/>
    </dgm:pt>
    <dgm:pt modelId="{17CBB99B-F830-457C-9566-1BFEDA3B4ACE}" type="pres">
      <dgm:prSet presAssocID="{F47554F4-539E-41DA-B978-DC66B2DF1515}" presName="parentLeftMargin" presStyleLbl="node1" presStyleIdx="3" presStyleCnt="6"/>
      <dgm:spPr/>
    </dgm:pt>
    <dgm:pt modelId="{915285A4-7372-4280-A611-A8A888273FF5}" type="pres">
      <dgm:prSet presAssocID="{F47554F4-539E-41DA-B978-DC66B2DF1515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B8F7B496-71F7-4C93-BA77-27949A9E4C47}" type="pres">
      <dgm:prSet presAssocID="{F47554F4-539E-41DA-B978-DC66B2DF1515}" presName="negativeSpace" presStyleCnt="0"/>
      <dgm:spPr/>
    </dgm:pt>
    <dgm:pt modelId="{8B399BFE-C5E8-44DA-9B54-C9AB0EB8B87A}" type="pres">
      <dgm:prSet presAssocID="{F47554F4-539E-41DA-B978-DC66B2DF1515}" presName="childText" presStyleLbl="conFgAcc1" presStyleIdx="4" presStyleCnt="6">
        <dgm:presLayoutVars>
          <dgm:bulletEnabled val="1"/>
        </dgm:presLayoutVars>
      </dgm:prSet>
      <dgm:spPr/>
    </dgm:pt>
    <dgm:pt modelId="{F96438C3-E9A7-4FBF-983C-0900953416CA}" type="pres">
      <dgm:prSet presAssocID="{D895C10A-6145-4D7F-87A3-C4ABBD1949A9}" presName="spaceBetweenRectangles" presStyleCnt="0"/>
      <dgm:spPr/>
    </dgm:pt>
    <dgm:pt modelId="{080CFC46-A045-4A1C-A469-E2B2866BA76C}" type="pres">
      <dgm:prSet presAssocID="{50A35952-C9E0-44DB-8B16-A4FD90730841}" presName="parentLin" presStyleCnt="0"/>
      <dgm:spPr/>
    </dgm:pt>
    <dgm:pt modelId="{B875393E-F820-4262-B3FD-A2867A4B7C90}" type="pres">
      <dgm:prSet presAssocID="{50A35952-C9E0-44DB-8B16-A4FD90730841}" presName="parentLeftMargin" presStyleLbl="node1" presStyleIdx="4" presStyleCnt="6"/>
      <dgm:spPr/>
    </dgm:pt>
    <dgm:pt modelId="{68B4468C-5120-47FA-9614-8E28ECE8B104}" type="pres">
      <dgm:prSet presAssocID="{50A35952-C9E0-44DB-8B16-A4FD90730841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68880D96-C212-4711-98D2-DBBD10608AA0}" type="pres">
      <dgm:prSet presAssocID="{50A35952-C9E0-44DB-8B16-A4FD90730841}" presName="negativeSpace" presStyleCnt="0"/>
      <dgm:spPr/>
    </dgm:pt>
    <dgm:pt modelId="{5B556396-8C0A-430D-B0CD-E0255A6DF5E5}" type="pres">
      <dgm:prSet presAssocID="{50A35952-C9E0-44DB-8B16-A4FD90730841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E8474305-995B-44DE-B822-25C1D67FBBA1}" type="presOf" srcId="{A052D532-1711-4FB4-B828-29DEC7E48AD7}" destId="{0F4DE865-EFBD-4108-A410-94D7F98F2A26}" srcOrd="0" destOrd="0" presId="urn:microsoft.com/office/officeart/2005/8/layout/list1"/>
    <dgm:cxn modelId="{4EA8A721-D361-43A9-A527-AA96B85EF0A3}" srcId="{221512CB-34EE-4263-8D05-7BA65F18EF74}" destId="{50A35952-C9E0-44DB-8B16-A4FD90730841}" srcOrd="5" destOrd="0" parTransId="{521C4C10-BCAF-4BC5-9BD0-940763A5DF25}" sibTransId="{D9583D76-63F1-4473-86B7-29EE44481235}"/>
    <dgm:cxn modelId="{BF8C2735-C431-4C08-BDE8-306D5FD0E158}" srcId="{221512CB-34EE-4263-8D05-7BA65F18EF74}" destId="{A052D532-1711-4FB4-B828-29DEC7E48AD7}" srcOrd="2" destOrd="0" parTransId="{B0BC14FA-E0B1-4A6A-BD9B-11B54952588C}" sibTransId="{2D4AF48B-5295-49EA-8397-298565DDF237}"/>
    <dgm:cxn modelId="{92DF603E-1892-44CD-BB79-C48A8BE4E082}" type="presOf" srcId="{618EE2EC-1ED6-45BA-9C85-155FF8D77D25}" destId="{9CC88BA4-F55B-4038-B9C3-A71A9EA840BD}" srcOrd="0" destOrd="0" presId="urn:microsoft.com/office/officeart/2005/8/layout/list1"/>
    <dgm:cxn modelId="{0DAEA460-9DC4-4848-972D-D470508ECEF6}" type="presOf" srcId="{50A35952-C9E0-44DB-8B16-A4FD90730841}" destId="{68B4468C-5120-47FA-9614-8E28ECE8B104}" srcOrd="1" destOrd="0" presId="urn:microsoft.com/office/officeart/2005/8/layout/list1"/>
    <dgm:cxn modelId="{A6E3CE60-DB4C-499B-864B-0FE2FAA6D6F4}" type="presOf" srcId="{221512CB-34EE-4263-8D05-7BA65F18EF74}" destId="{11BA48D5-0325-4AC5-B70E-6FF0F6C4A75B}" srcOrd="0" destOrd="0" presId="urn:microsoft.com/office/officeart/2005/8/layout/list1"/>
    <dgm:cxn modelId="{DD44E460-0371-481E-BAB9-511BA032A3A6}" srcId="{221512CB-34EE-4263-8D05-7BA65F18EF74}" destId="{0816ACBA-17D6-48CF-833A-524EC5EB101D}" srcOrd="0" destOrd="0" parTransId="{0B441F1C-03B5-41B3-9642-FF69640AB677}" sibTransId="{9772B75E-73B1-452F-BFDD-A147E57C667E}"/>
    <dgm:cxn modelId="{50F5F769-4A07-4F11-9486-4C447A34A293}" type="presOf" srcId="{618EE2EC-1ED6-45BA-9C85-155FF8D77D25}" destId="{5F3BBC80-B378-4D76-A8F5-A28E5086627A}" srcOrd="1" destOrd="0" presId="urn:microsoft.com/office/officeart/2005/8/layout/list1"/>
    <dgm:cxn modelId="{317A756E-7FFE-4F94-9406-31D6B02D508D}" type="presOf" srcId="{A052D532-1711-4FB4-B828-29DEC7E48AD7}" destId="{5FB7EBFC-F0BC-495E-B248-7F5608215423}" srcOrd="1" destOrd="0" presId="urn:microsoft.com/office/officeart/2005/8/layout/list1"/>
    <dgm:cxn modelId="{7FF0BE4E-03EB-401B-B367-AA1CB05CFDCB}" srcId="{221512CB-34EE-4263-8D05-7BA65F18EF74}" destId="{F47554F4-539E-41DA-B978-DC66B2DF1515}" srcOrd="4" destOrd="0" parTransId="{FBC39F74-7C5D-4FCE-8F3D-AF5CC23361ED}" sibTransId="{D895C10A-6145-4D7F-87A3-C4ABBD1949A9}"/>
    <dgm:cxn modelId="{36953753-455B-4C6E-B9D3-A3EC287496A9}" type="presOf" srcId="{F47554F4-539E-41DA-B978-DC66B2DF1515}" destId="{17CBB99B-F830-457C-9566-1BFEDA3B4ACE}" srcOrd="0" destOrd="0" presId="urn:microsoft.com/office/officeart/2005/8/layout/list1"/>
    <dgm:cxn modelId="{413F8C5A-0DF3-45E0-AADD-97F9176EAC27}" type="presOf" srcId="{0816ACBA-17D6-48CF-833A-524EC5EB101D}" destId="{EB805197-4E0F-42DF-9D89-3EF7BFE12812}" srcOrd="1" destOrd="0" presId="urn:microsoft.com/office/officeart/2005/8/layout/list1"/>
    <dgm:cxn modelId="{A2213580-C58D-4495-AE94-2ED798F174A9}" type="presOf" srcId="{F47554F4-539E-41DA-B978-DC66B2DF1515}" destId="{915285A4-7372-4280-A611-A8A888273FF5}" srcOrd="1" destOrd="0" presId="urn:microsoft.com/office/officeart/2005/8/layout/list1"/>
    <dgm:cxn modelId="{8A7A3BBF-446E-4EA2-B8BC-F994B972CCCE}" type="presOf" srcId="{7953005F-0E12-41AB-A0F1-4E56A149E38D}" destId="{B3A27B36-F1CC-4D85-B6AC-713F562F20B3}" srcOrd="1" destOrd="0" presId="urn:microsoft.com/office/officeart/2005/8/layout/list1"/>
    <dgm:cxn modelId="{12B02FCC-38D1-45F8-AC67-75A365ABA594}" type="presOf" srcId="{50A35952-C9E0-44DB-8B16-A4FD90730841}" destId="{B875393E-F820-4262-B3FD-A2867A4B7C90}" srcOrd="0" destOrd="0" presId="urn:microsoft.com/office/officeart/2005/8/layout/list1"/>
    <dgm:cxn modelId="{AD97A3DB-2850-4F88-86DA-CA69DA1228C2}" srcId="{221512CB-34EE-4263-8D05-7BA65F18EF74}" destId="{618EE2EC-1ED6-45BA-9C85-155FF8D77D25}" srcOrd="1" destOrd="0" parTransId="{FB105CC0-3F10-424D-8724-0CB442C9F8A4}" sibTransId="{9D484A26-9A57-4D81-A42D-C596DF4BBAD7}"/>
    <dgm:cxn modelId="{2836EBDB-4B86-41A3-A4A2-7D206A9BD93B}" type="presOf" srcId="{0816ACBA-17D6-48CF-833A-524EC5EB101D}" destId="{FD7767E1-2C66-4674-BD58-06F491B682A8}" srcOrd="0" destOrd="0" presId="urn:microsoft.com/office/officeart/2005/8/layout/list1"/>
    <dgm:cxn modelId="{0682C4E5-EB08-4C02-A69F-A25242B1C04D}" type="presOf" srcId="{7953005F-0E12-41AB-A0F1-4E56A149E38D}" destId="{DD95F527-33D4-4192-A5D4-B0B8DEA04662}" srcOrd="0" destOrd="0" presId="urn:microsoft.com/office/officeart/2005/8/layout/list1"/>
    <dgm:cxn modelId="{946583EE-A90E-483B-881D-D17A3B1904E6}" srcId="{221512CB-34EE-4263-8D05-7BA65F18EF74}" destId="{7953005F-0E12-41AB-A0F1-4E56A149E38D}" srcOrd="3" destOrd="0" parTransId="{7FADF14F-3D0C-4176-AE3E-3690872B931D}" sibTransId="{42736CCC-6FFC-414A-9B83-ECA454098977}"/>
    <dgm:cxn modelId="{35F17180-B250-4117-8042-EA7C2246756E}" type="presParOf" srcId="{11BA48D5-0325-4AC5-B70E-6FF0F6C4A75B}" destId="{6F125989-8E19-447A-924A-A5BA9101414D}" srcOrd="0" destOrd="0" presId="urn:microsoft.com/office/officeart/2005/8/layout/list1"/>
    <dgm:cxn modelId="{3AE1B8CD-B9CC-496B-A842-65818754F907}" type="presParOf" srcId="{6F125989-8E19-447A-924A-A5BA9101414D}" destId="{FD7767E1-2C66-4674-BD58-06F491B682A8}" srcOrd="0" destOrd="0" presId="urn:microsoft.com/office/officeart/2005/8/layout/list1"/>
    <dgm:cxn modelId="{74CE0AF5-EFED-4249-8FE8-CF73CA943D20}" type="presParOf" srcId="{6F125989-8E19-447A-924A-A5BA9101414D}" destId="{EB805197-4E0F-42DF-9D89-3EF7BFE12812}" srcOrd="1" destOrd="0" presId="urn:microsoft.com/office/officeart/2005/8/layout/list1"/>
    <dgm:cxn modelId="{4443DAEA-4222-4F16-883D-8D1E03FB5A2E}" type="presParOf" srcId="{11BA48D5-0325-4AC5-B70E-6FF0F6C4A75B}" destId="{F80BF65E-C4C5-45FA-A255-8C45FF86D82F}" srcOrd="1" destOrd="0" presId="urn:microsoft.com/office/officeart/2005/8/layout/list1"/>
    <dgm:cxn modelId="{DCDA750B-62C2-426C-BF0F-95E9144D49BB}" type="presParOf" srcId="{11BA48D5-0325-4AC5-B70E-6FF0F6C4A75B}" destId="{2ED01E54-6AFF-40C8-96BA-BC13C2537D98}" srcOrd="2" destOrd="0" presId="urn:microsoft.com/office/officeart/2005/8/layout/list1"/>
    <dgm:cxn modelId="{0D4698FA-426F-413B-B97B-E0FEFE6BA6CE}" type="presParOf" srcId="{11BA48D5-0325-4AC5-B70E-6FF0F6C4A75B}" destId="{7710CA94-6A43-49C8-9247-3F374980FF9A}" srcOrd="3" destOrd="0" presId="urn:microsoft.com/office/officeart/2005/8/layout/list1"/>
    <dgm:cxn modelId="{34B2E37F-1609-4440-B494-5F0EC5EAAE86}" type="presParOf" srcId="{11BA48D5-0325-4AC5-B70E-6FF0F6C4A75B}" destId="{F86CCEF9-0783-4C8E-864F-98D1FEB395C1}" srcOrd="4" destOrd="0" presId="urn:microsoft.com/office/officeart/2005/8/layout/list1"/>
    <dgm:cxn modelId="{A96F2BB7-A2E9-40FA-A39F-38CC05820669}" type="presParOf" srcId="{F86CCEF9-0783-4C8E-864F-98D1FEB395C1}" destId="{9CC88BA4-F55B-4038-B9C3-A71A9EA840BD}" srcOrd="0" destOrd="0" presId="urn:microsoft.com/office/officeart/2005/8/layout/list1"/>
    <dgm:cxn modelId="{0636F61A-1B9C-44E0-B8D0-835AE59FBEFE}" type="presParOf" srcId="{F86CCEF9-0783-4C8E-864F-98D1FEB395C1}" destId="{5F3BBC80-B378-4D76-A8F5-A28E5086627A}" srcOrd="1" destOrd="0" presId="urn:microsoft.com/office/officeart/2005/8/layout/list1"/>
    <dgm:cxn modelId="{0469612D-E6D9-4F10-BD94-BCD6649F81E0}" type="presParOf" srcId="{11BA48D5-0325-4AC5-B70E-6FF0F6C4A75B}" destId="{ED8B3D7E-C8C0-4AE9-860A-BA7A17B59BC3}" srcOrd="5" destOrd="0" presId="urn:microsoft.com/office/officeart/2005/8/layout/list1"/>
    <dgm:cxn modelId="{B813C54D-4454-47BF-8648-C54BB5D6B8AA}" type="presParOf" srcId="{11BA48D5-0325-4AC5-B70E-6FF0F6C4A75B}" destId="{9CF1A88E-9BE5-4ABB-8CD2-8A6AE90430C1}" srcOrd="6" destOrd="0" presId="urn:microsoft.com/office/officeart/2005/8/layout/list1"/>
    <dgm:cxn modelId="{5A4A4EA4-A749-4C64-85B0-4DBBF1C1A037}" type="presParOf" srcId="{11BA48D5-0325-4AC5-B70E-6FF0F6C4A75B}" destId="{C5ADDD68-DCCD-473A-BC2F-41D50A64AB6E}" srcOrd="7" destOrd="0" presId="urn:microsoft.com/office/officeart/2005/8/layout/list1"/>
    <dgm:cxn modelId="{C53B660D-0A8A-4993-95F7-0B0A49BA87D4}" type="presParOf" srcId="{11BA48D5-0325-4AC5-B70E-6FF0F6C4A75B}" destId="{248AC5A1-5004-4885-BA79-A9AC0FA4E299}" srcOrd="8" destOrd="0" presId="urn:microsoft.com/office/officeart/2005/8/layout/list1"/>
    <dgm:cxn modelId="{7ABDAB79-F7E1-4CB1-99D7-ACC42D741060}" type="presParOf" srcId="{248AC5A1-5004-4885-BA79-A9AC0FA4E299}" destId="{0F4DE865-EFBD-4108-A410-94D7F98F2A26}" srcOrd="0" destOrd="0" presId="urn:microsoft.com/office/officeart/2005/8/layout/list1"/>
    <dgm:cxn modelId="{4CDB50FD-9E35-49DD-A524-94E342C383B9}" type="presParOf" srcId="{248AC5A1-5004-4885-BA79-A9AC0FA4E299}" destId="{5FB7EBFC-F0BC-495E-B248-7F5608215423}" srcOrd="1" destOrd="0" presId="urn:microsoft.com/office/officeart/2005/8/layout/list1"/>
    <dgm:cxn modelId="{67C1C401-8412-4CCA-9E49-C89AC7282BEB}" type="presParOf" srcId="{11BA48D5-0325-4AC5-B70E-6FF0F6C4A75B}" destId="{D9D6EBF8-3A37-4B43-9037-E041F40A4950}" srcOrd="9" destOrd="0" presId="urn:microsoft.com/office/officeart/2005/8/layout/list1"/>
    <dgm:cxn modelId="{F46EE79D-59E1-4A58-BF24-FC947FC158CE}" type="presParOf" srcId="{11BA48D5-0325-4AC5-B70E-6FF0F6C4A75B}" destId="{DD92A162-A1BE-4857-8553-6E5898D0A968}" srcOrd="10" destOrd="0" presId="urn:microsoft.com/office/officeart/2005/8/layout/list1"/>
    <dgm:cxn modelId="{555B9FF8-59D4-43D3-911B-333E671E8C1B}" type="presParOf" srcId="{11BA48D5-0325-4AC5-B70E-6FF0F6C4A75B}" destId="{87B73C59-761C-49CE-9F77-3C1F5EDEF38B}" srcOrd="11" destOrd="0" presId="urn:microsoft.com/office/officeart/2005/8/layout/list1"/>
    <dgm:cxn modelId="{2471F400-744B-4F4C-A73D-A93D1168F9F4}" type="presParOf" srcId="{11BA48D5-0325-4AC5-B70E-6FF0F6C4A75B}" destId="{361E7F45-39CA-4F1E-B274-8205851C0137}" srcOrd="12" destOrd="0" presId="urn:microsoft.com/office/officeart/2005/8/layout/list1"/>
    <dgm:cxn modelId="{78F212BB-B32B-4F01-82A4-E570AEFC2205}" type="presParOf" srcId="{361E7F45-39CA-4F1E-B274-8205851C0137}" destId="{DD95F527-33D4-4192-A5D4-B0B8DEA04662}" srcOrd="0" destOrd="0" presId="urn:microsoft.com/office/officeart/2005/8/layout/list1"/>
    <dgm:cxn modelId="{30F8228F-62CA-41A4-9927-7E040901E684}" type="presParOf" srcId="{361E7F45-39CA-4F1E-B274-8205851C0137}" destId="{B3A27B36-F1CC-4D85-B6AC-713F562F20B3}" srcOrd="1" destOrd="0" presId="urn:microsoft.com/office/officeart/2005/8/layout/list1"/>
    <dgm:cxn modelId="{103C75FD-D00D-44B3-B57B-9B24B5E5E467}" type="presParOf" srcId="{11BA48D5-0325-4AC5-B70E-6FF0F6C4A75B}" destId="{B56F7EF3-6B73-4F2B-9ED2-3E534F4FD76C}" srcOrd="13" destOrd="0" presId="urn:microsoft.com/office/officeart/2005/8/layout/list1"/>
    <dgm:cxn modelId="{87FCBFD1-E38C-43DA-8C85-E03F20A693DD}" type="presParOf" srcId="{11BA48D5-0325-4AC5-B70E-6FF0F6C4A75B}" destId="{4E772F1A-225B-4616-A789-1B7E17E62A33}" srcOrd="14" destOrd="0" presId="urn:microsoft.com/office/officeart/2005/8/layout/list1"/>
    <dgm:cxn modelId="{0DB91817-44A1-424B-A47F-13F86618BE1D}" type="presParOf" srcId="{11BA48D5-0325-4AC5-B70E-6FF0F6C4A75B}" destId="{CD487B08-7AAB-4BD0-A572-AC2FE5DCF923}" srcOrd="15" destOrd="0" presId="urn:microsoft.com/office/officeart/2005/8/layout/list1"/>
    <dgm:cxn modelId="{1FB7F7F3-AE33-4EA9-9997-AF584417528F}" type="presParOf" srcId="{11BA48D5-0325-4AC5-B70E-6FF0F6C4A75B}" destId="{C72E7570-2B94-4AF1-8EE1-39253490EDB6}" srcOrd="16" destOrd="0" presId="urn:microsoft.com/office/officeart/2005/8/layout/list1"/>
    <dgm:cxn modelId="{85BAE375-8346-41AC-B922-C11A5C5156CB}" type="presParOf" srcId="{C72E7570-2B94-4AF1-8EE1-39253490EDB6}" destId="{17CBB99B-F830-457C-9566-1BFEDA3B4ACE}" srcOrd="0" destOrd="0" presId="urn:microsoft.com/office/officeart/2005/8/layout/list1"/>
    <dgm:cxn modelId="{30D6683D-50AA-4C7A-989F-06D422633DB0}" type="presParOf" srcId="{C72E7570-2B94-4AF1-8EE1-39253490EDB6}" destId="{915285A4-7372-4280-A611-A8A888273FF5}" srcOrd="1" destOrd="0" presId="urn:microsoft.com/office/officeart/2005/8/layout/list1"/>
    <dgm:cxn modelId="{7E7E4C2D-CD15-4B34-A236-AEE7347254F7}" type="presParOf" srcId="{11BA48D5-0325-4AC5-B70E-6FF0F6C4A75B}" destId="{B8F7B496-71F7-4C93-BA77-27949A9E4C47}" srcOrd="17" destOrd="0" presId="urn:microsoft.com/office/officeart/2005/8/layout/list1"/>
    <dgm:cxn modelId="{8AAB40A9-A955-425D-B786-4EEDC02F34B7}" type="presParOf" srcId="{11BA48D5-0325-4AC5-B70E-6FF0F6C4A75B}" destId="{8B399BFE-C5E8-44DA-9B54-C9AB0EB8B87A}" srcOrd="18" destOrd="0" presId="urn:microsoft.com/office/officeart/2005/8/layout/list1"/>
    <dgm:cxn modelId="{19789149-B9BA-45EA-9B6B-0D655E065181}" type="presParOf" srcId="{11BA48D5-0325-4AC5-B70E-6FF0F6C4A75B}" destId="{F96438C3-E9A7-4FBF-983C-0900953416CA}" srcOrd="19" destOrd="0" presId="urn:microsoft.com/office/officeart/2005/8/layout/list1"/>
    <dgm:cxn modelId="{FF900699-268F-4519-A389-DB405A785B8E}" type="presParOf" srcId="{11BA48D5-0325-4AC5-B70E-6FF0F6C4A75B}" destId="{080CFC46-A045-4A1C-A469-E2B2866BA76C}" srcOrd="20" destOrd="0" presId="urn:microsoft.com/office/officeart/2005/8/layout/list1"/>
    <dgm:cxn modelId="{ECF810A6-1C1D-4B95-B06C-BD90977ADC83}" type="presParOf" srcId="{080CFC46-A045-4A1C-A469-E2B2866BA76C}" destId="{B875393E-F820-4262-B3FD-A2867A4B7C90}" srcOrd="0" destOrd="0" presId="urn:microsoft.com/office/officeart/2005/8/layout/list1"/>
    <dgm:cxn modelId="{AA663087-5B40-4161-B10C-29EBB111134F}" type="presParOf" srcId="{080CFC46-A045-4A1C-A469-E2B2866BA76C}" destId="{68B4468C-5120-47FA-9614-8E28ECE8B104}" srcOrd="1" destOrd="0" presId="urn:microsoft.com/office/officeart/2005/8/layout/list1"/>
    <dgm:cxn modelId="{C48C1959-A664-4CDF-AF21-AE2902B2D1A9}" type="presParOf" srcId="{11BA48D5-0325-4AC5-B70E-6FF0F6C4A75B}" destId="{68880D96-C212-4711-98D2-DBBD10608AA0}" srcOrd="21" destOrd="0" presId="urn:microsoft.com/office/officeart/2005/8/layout/list1"/>
    <dgm:cxn modelId="{E6787951-7B22-49C5-AB67-CBE1FB429C33}" type="presParOf" srcId="{11BA48D5-0325-4AC5-B70E-6FF0F6C4A75B}" destId="{5B556396-8C0A-430D-B0CD-E0255A6DF5E5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3D6EA282-9A01-4A93-A0D7-32C62BC8071D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B283918-4F5A-4742-90A7-1D803B856749}">
      <dgm:prSet/>
      <dgm:spPr/>
      <dgm:t>
        <a:bodyPr/>
        <a:lstStyle/>
        <a:p>
          <a:r>
            <a:rPr lang="en-IN" dirty="0"/>
            <a:t>Books</a:t>
          </a:r>
        </a:p>
      </dgm:t>
    </dgm:pt>
    <dgm:pt modelId="{E6B84CA2-22BA-4EAD-A9CB-9FC41BB5043D}" type="parTrans" cxnId="{74463FCC-C19C-4462-9014-FCD9367FB8A7}">
      <dgm:prSet/>
      <dgm:spPr/>
      <dgm:t>
        <a:bodyPr/>
        <a:lstStyle/>
        <a:p>
          <a:endParaRPr lang="en-IN"/>
        </a:p>
      </dgm:t>
    </dgm:pt>
    <dgm:pt modelId="{E6BF1AE0-54A2-4175-970F-4F3E0F0F38BB}" type="sibTrans" cxnId="{74463FCC-C19C-4462-9014-FCD9367FB8A7}">
      <dgm:prSet/>
      <dgm:spPr/>
      <dgm:t>
        <a:bodyPr/>
        <a:lstStyle/>
        <a:p>
          <a:endParaRPr lang="en-IN"/>
        </a:p>
      </dgm:t>
    </dgm:pt>
    <dgm:pt modelId="{33E51DFD-8351-4A2A-9D07-EC22F3F07D3F}">
      <dgm:prSet/>
      <dgm:spPr/>
      <dgm:t>
        <a:bodyPr/>
        <a:lstStyle/>
        <a:p>
          <a:r>
            <a:rPr lang="en-IN"/>
            <a:t>Practical Malware Analysis</a:t>
          </a:r>
        </a:p>
      </dgm:t>
    </dgm:pt>
    <dgm:pt modelId="{C7BED7A5-622E-4C3F-A094-663740C74043}" type="parTrans" cxnId="{ABEA4B82-91DC-4E16-9C3D-87A9EDFA9C6B}">
      <dgm:prSet/>
      <dgm:spPr/>
      <dgm:t>
        <a:bodyPr/>
        <a:lstStyle/>
        <a:p>
          <a:endParaRPr lang="en-IN"/>
        </a:p>
      </dgm:t>
    </dgm:pt>
    <dgm:pt modelId="{B2C98D65-D5E7-4373-B44B-5AE204D17024}" type="sibTrans" cxnId="{ABEA4B82-91DC-4E16-9C3D-87A9EDFA9C6B}">
      <dgm:prSet/>
      <dgm:spPr/>
      <dgm:t>
        <a:bodyPr/>
        <a:lstStyle/>
        <a:p>
          <a:endParaRPr lang="en-IN"/>
        </a:p>
      </dgm:t>
    </dgm:pt>
    <dgm:pt modelId="{7FA5CED1-2E73-4867-9082-B80C7B986783}">
      <dgm:prSet/>
      <dgm:spPr/>
      <dgm:t>
        <a:bodyPr/>
        <a:lstStyle/>
        <a:p>
          <a:r>
            <a:rPr lang="en-IN"/>
            <a:t>Reversing: Secrets of Reverse Engineering</a:t>
          </a:r>
        </a:p>
      </dgm:t>
    </dgm:pt>
    <dgm:pt modelId="{E949E303-685F-4939-A2EE-492B34C4E28B}" type="parTrans" cxnId="{E25303D1-BB5B-4B08-8406-9E5D71691BDD}">
      <dgm:prSet/>
      <dgm:spPr/>
      <dgm:t>
        <a:bodyPr/>
        <a:lstStyle/>
        <a:p>
          <a:endParaRPr lang="en-IN"/>
        </a:p>
      </dgm:t>
    </dgm:pt>
    <dgm:pt modelId="{A288808C-7D2B-48D5-A739-7E170A7AD04C}" type="sibTrans" cxnId="{E25303D1-BB5B-4B08-8406-9E5D71691BDD}">
      <dgm:prSet/>
      <dgm:spPr/>
      <dgm:t>
        <a:bodyPr/>
        <a:lstStyle/>
        <a:p>
          <a:endParaRPr lang="en-IN"/>
        </a:p>
      </dgm:t>
    </dgm:pt>
    <dgm:pt modelId="{9F2AFD95-7FCD-47BE-B34C-6C8FAB221CB1}">
      <dgm:prSet/>
      <dgm:spPr/>
      <dgm:t>
        <a:bodyPr/>
        <a:lstStyle/>
        <a:p>
          <a:r>
            <a:rPr lang="en-IN"/>
            <a:t>Youtube </a:t>
          </a:r>
        </a:p>
      </dgm:t>
    </dgm:pt>
    <dgm:pt modelId="{94F3BC79-82C1-42A2-8821-101C64B318D4}" type="parTrans" cxnId="{7EC57B70-E83A-4A70-842C-687BD3A8BDB4}">
      <dgm:prSet/>
      <dgm:spPr/>
      <dgm:t>
        <a:bodyPr/>
        <a:lstStyle/>
        <a:p>
          <a:endParaRPr lang="en-IN"/>
        </a:p>
      </dgm:t>
    </dgm:pt>
    <dgm:pt modelId="{FF8CD638-74EE-4A9F-B249-AAAF018093E5}" type="sibTrans" cxnId="{7EC57B70-E83A-4A70-842C-687BD3A8BDB4}">
      <dgm:prSet/>
      <dgm:spPr/>
      <dgm:t>
        <a:bodyPr/>
        <a:lstStyle/>
        <a:p>
          <a:endParaRPr lang="en-IN"/>
        </a:p>
      </dgm:t>
    </dgm:pt>
    <dgm:pt modelId="{3249444D-17D0-48D4-8D0B-82CAB3146EDE}">
      <dgm:prSet/>
      <dgm:spPr/>
      <dgm:t>
        <a:bodyPr/>
        <a:lstStyle/>
        <a:p>
          <a:r>
            <a:rPr lang="en-IN"/>
            <a:t>OALabs</a:t>
          </a:r>
        </a:p>
      </dgm:t>
    </dgm:pt>
    <dgm:pt modelId="{2B945D09-1D72-46CE-8877-E2788B0E8DD8}" type="parTrans" cxnId="{AE0B9495-3177-45E9-AAA9-26D631B54C82}">
      <dgm:prSet/>
      <dgm:spPr/>
      <dgm:t>
        <a:bodyPr/>
        <a:lstStyle/>
        <a:p>
          <a:endParaRPr lang="en-IN"/>
        </a:p>
      </dgm:t>
    </dgm:pt>
    <dgm:pt modelId="{B84FCD34-5628-4A7F-8765-E407BE535458}" type="sibTrans" cxnId="{AE0B9495-3177-45E9-AAA9-26D631B54C82}">
      <dgm:prSet/>
      <dgm:spPr/>
      <dgm:t>
        <a:bodyPr/>
        <a:lstStyle/>
        <a:p>
          <a:endParaRPr lang="en-IN"/>
        </a:p>
      </dgm:t>
    </dgm:pt>
    <dgm:pt modelId="{FC1930C0-DF87-4158-AB09-223939FE4806}">
      <dgm:prSet/>
      <dgm:spPr/>
      <dgm:t>
        <a:bodyPr/>
        <a:lstStyle/>
        <a:p>
          <a:r>
            <a:rPr lang="en-IN"/>
            <a:t>Malware Analysis for Hedgehogs</a:t>
          </a:r>
        </a:p>
      </dgm:t>
    </dgm:pt>
    <dgm:pt modelId="{ED674AC9-7148-4D4B-8483-7F42C0DFF01F}" type="parTrans" cxnId="{66E64942-3B31-4E03-84B7-C46FF1363E4C}">
      <dgm:prSet/>
      <dgm:spPr/>
      <dgm:t>
        <a:bodyPr/>
        <a:lstStyle/>
        <a:p>
          <a:endParaRPr lang="en-IN"/>
        </a:p>
      </dgm:t>
    </dgm:pt>
    <dgm:pt modelId="{2BB324CE-44A4-41D1-BE5E-13DB9089AEBF}" type="sibTrans" cxnId="{66E64942-3B31-4E03-84B7-C46FF1363E4C}">
      <dgm:prSet/>
      <dgm:spPr/>
      <dgm:t>
        <a:bodyPr/>
        <a:lstStyle/>
        <a:p>
          <a:endParaRPr lang="en-IN"/>
        </a:p>
      </dgm:t>
    </dgm:pt>
    <dgm:pt modelId="{F6967BFF-4EF6-4AD7-82AB-EE235EAE9D48}">
      <dgm:prSet/>
      <dgm:spPr/>
      <dgm:t>
        <a:bodyPr/>
        <a:lstStyle/>
        <a:p>
          <a:r>
            <a:rPr lang="en-IN"/>
            <a:t>CryptoW@re</a:t>
          </a:r>
        </a:p>
      </dgm:t>
    </dgm:pt>
    <dgm:pt modelId="{2DF182DF-3B07-4D88-9509-9D6DAA3798FE}" type="parTrans" cxnId="{5A091D68-9D8B-4003-90D7-2BC60BC0920B}">
      <dgm:prSet/>
      <dgm:spPr/>
      <dgm:t>
        <a:bodyPr/>
        <a:lstStyle/>
        <a:p>
          <a:endParaRPr lang="en-IN"/>
        </a:p>
      </dgm:t>
    </dgm:pt>
    <dgm:pt modelId="{EF48B545-D457-4CCF-BF58-1765A16E5F11}" type="sibTrans" cxnId="{5A091D68-9D8B-4003-90D7-2BC60BC0920B}">
      <dgm:prSet/>
      <dgm:spPr/>
      <dgm:t>
        <a:bodyPr/>
        <a:lstStyle/>
        <a:p>
          <a:endParaRPr lang="en-IN"/>
        </a:p>
      </dgm:t>
    </dgm:pt>
    <dgm:pt modelId="{AB892BAE-B12B-41D6-A98E-779797387AE3}" type="pres">
      <dgm:prSet presAssocID="{3D6EA282-9A01-4A93-A0D7-32C62BC8071D}" presName="Name0" presStyleCnt="0">
        <dgm:presLayoutVars>
          <dgm:dir/>
          <dgm:animLvl val="lvl"/>
          <dgm:resizeHandles val="exact"/>
        </dgm:presLayoutVars>
      </dgm:prSet>
      <dgm:spPr/>
    </dgm:pt>
    <dgm:pt modelId="{B7C40FEA-B764-4407-910A-6AF017E79470}" type="pres">
      <dgm:prSet presAssocID="{AB283918-4F5A-4742-90A7-1D803B856749}" presName="linNode" presStyleCnt="0"/>
      <dgm:spPr/>
    </dgm:pt>
    <dgm:pt modelId="{4970989C-C4D0-4EA6-BDC2-1B524EC19A1A}" type="pres">
      <dgm:prSet presAssocID="{AB283918-4F5A-4742-90A7-1D803B856749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3B700D7F-8416-4846-A39E-58D17D1DA6E6}" type="pres">
      <dgm:prSet presAssocID="{AB283918-4F5A-4742-90A7-1D803B856749}" presName="descendantText" presStyleLbl="alignAccFollowNode1" presStyleIdx="0" presStyleCnt="2">
        <dgm:presLayoutVars>
          <dgm:bulletEnabled val="1"/>
        </dgm:presLayoutVars>
      </dgm:prSet>
      <dgm:spPr/>
    </dgm:pt>
    <dgm:pt modelId="{140F1F38-8796-4244-B2A7-7C68504D0FB2}" type="pres">
      <dgm:prSet presAssocID="{E6BF1AE0-54A2-4175-970F-4F3E0F0F38BB}" presName="sp" presStyleCnt="0"/>
      <dgm:spPr/>
    </dgm:pt>
    <dgm:pt modelId="{DA7F1665-BDC3-46BA-B9AF-A692A2F7F1B0}" type="pres">
      <dgm:prSet presAssocID="{9F2AFD95-7FCD-47BE-B34C-6C8FAB221CB1}" presName="linNode" presStyleCnt="0"/>
      <dgm:spPr/>
    </dgm:pt>
    <dgm:pt modelId="{D4958155-95E3-4D3C-B94E-3505BF053DBD}" type="pres">
      <dgm:prSet presAssocID="{9F2AFD95-7FCD-47BE-B34C-6C8FAB221CB1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8A05C5AB-C35F-44CD-9D7B-5D96014989CA}" type="pres">
      <dgm:prSet presAssocID="{9F2AFD95-7FCD-47BE-B34C-6C8FAB221CB1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C008CC09-7B53-4555-8024-1A920CCC55F1}" type="presOf" srcId="{AB283918-4F5A-4742-90A7-1D803B856749}" destId="{4970989C-C4D0-4EA6-BDC2-1B524EC19A1A}" srcOrd="0" destOrd="0" presId="urn:microsoft.com/office/officeart/2005/8/layout/vList5"/>
    <dgm:cxn modelId="{C761550E-0D32-4FC5-BB37-E3649D062D8E}" type="presOf" srcId="{F6967BFF-4EF6-4AD7-82AB-EE235EAE9D48}" destId="{8A05C5AB-C35F-44CD-9D7B-5D96014989CA}" srcOrd="0" destOrd="2" presId="urn:microsoft.com/office/officeart/2005/8/layout/vList5"/>
    <dgm:cxn modelId="{65C4FB3D-755B-4F97-97CB-5EA71DF2DFDD}" type="presOf" srcId="{FC1930C0-DF87-4158-AB09-223939FE4806}" destId="{8A05C5AB-C35F-44CD-9D7B-5D96014989CA}" srcOrd="0" destOrd="1" presId="urn:microsoft.com/office/officeart/2005/8/layout/vList5"/>
    <dgm:cxn modelId="{66E64942-3B31-4E03-84B7-C46FF1363E4C}" srcId="{9F2AFD95-7FCD-47BE-B34C-6C8FAB221CB1}" destId="{FC1930C0-DF87-4158-AB09-223939FE4806}" srcOrd="1" destOrd="0" parTransId="{ED674AC9-7148-4D4B-8483-7F42C0DFF01F}" sibTransId="{2BB324CE-44A4-41D1-BE5E-13DB9089AEBF}"/>
    <dgm:cxn modelId="{5A091D68-9D8B-4003-90D7-2BC60BC0920B}" srcId="{9F2AFD95-7FCD-47BE-B34C-6C8FAB221CB1}" destId="{F6967BFF-4EF6-4AD7-82AB-EE235EAE9D48}" srcOrd="2" destOrd="0" parTransId="{2DF182DF-3B07-4D88-9509-9D6DAA3798FE}" sibTransId="{EF48B545-D457-4CCF-BF58-1765A16E5F11}"/>
    <dgm:cxn modelId="{7EC57B70-E83A-4A70-842C-687BD3A8BDB4}" srcId="{3D6EA282-9A01-4A93-A0D7-32C62BC8071D}" destId="{9F2AFD95-7FCD-47BE-B34C-6C8FAB221CB1}" srcOrd="1" destOrd="0" parTransId="{94F3BC79-82C1-42A2-8821-101C64B318D4}" sibTransId="{FF8CD638-74EE-4A9F-B249-AAAF018093E5}"/>
    <dgm:cxn modelId="{ABEA4B82-91DC-4E16-9C3D-87A9EDFA9C6B}" srcId="{AB283918-4F5A-4742-90A7-1D803B856749}" destId="{33E51DFD-8351-4A2A-9D07-EC22F3F07D3F}" srcOrd="0" destOrd="0" parTransId="{C7BED7A5-622E-4C3F-A094-663740C74043}" sibTransId="{B2C98D65-D5E7-4373-B44B-5AE204D17024}"/>
    <dgm:cxn modelId="{1187538E-6430-4210-95C0-743DC579FA82}" type="presOf" srcId="{7FA5CED1-2E73-4867-9082-B80C7B986783}" destId="{3B700D7F-8416-4846-A39E-58D17D1DA6E6}" srcOrd="0" destOrd="1" presId="urn:microsoft.com/office/officeart/2005/8/layout/vList5"/>
    <dgm:cxn modelId="{AE0B9495-3177-45E9-AAA9-26D631B54C82}" srcId="{9F2AFD95-7FCD-47BE-B34C-6C8FAB221CB1}" destId="{3249444D-17D0-48D4-8D0B-82CAB3146EDE}" srcOrd="0" destOrd="0" parTransId="{2B945D09-1D72-46CE-8877-E2788B0E8DD8}" sibTransId="{B84FCD34-5628-4A7F-8765-E407BE535458}"/>
    <dgm:cxn modelId="{A394C8A6-60DE-46AD-B007-F410EB9BF0A4}" type="presOf" srcId="{3249444D-17D0-48D4-8D0B-82CAB3146EDE}" destId="{8A05C5AB-C35F-44CD-9D7B-5D96014989CA}" srcOrd="0" destOrd="0" presId="urn:microsoft.com/office/officeart/2005/8/layout/vList5"/>
    <dgm:cxn modelId="{F07488B1-9BBA-4A72-A3E1-27D599008842}" type="presOf" srcId="{3D6EA282-9A01-4A93-A0D7-32C62BC8071D}" destId="{AB892BAE-B12B-41D6-A98E-779797387AE3}" srcOrd="0" destOrd="0" presId="urn:microsoft.com/office/officeart/2005/8/layout/vList5"/>
    <dgm:cxn modelId="{9BD0EAC2-ABF9-4E21-BFBC-56E61921C0E9}" type="presOf" srcId="{33E51DFD-8351-4A2A-9D07-EC22F3F07D3F}" destId="{3B700D7F-8416-4846-A39E-58D17D1DA6E6}" srcOrd="0" destOrd="0" presId="urn:microsoft.com/office/officeart/2005/8/layout/vList5"/>
    <dgm:cxn modelId="{2A875DC4-188E-4922-9B14-F02B6C9D8FCA}" type="presOf" srcId="{9F2AFD95-7FCD-47BE-B34C-6C8FAB221CB1}" destId="{D4958155-95E3-4D3C-B94E-3505BF053DBD}" srcOrd="0" destOrd="0" presId="urn:microsoft.com/office/officeart/2005/8/layout/vList5"/>
    <dgm:cxn modelId="{74463FCC-C19C-4462-9014-FCD9367FB8A7}" srcId="{3D6EA282-9A01-4A93-A0D7-32C62BC8071D}" destId="{AB283918-4F5A-4742-90A7-1D803B856749}" srcOrd="0" destOrd="0" parTransId="{E6B84CA2-22BA-4EAD-A9CB-9FC41BB5043D}" sibTransId="{E6BF1AE0-54A2-4175-970F-4F3E0F0F38BB}"/>
    <dgm:cxn modelId="{E25303D1-BB5B-4B08-8406-9E5D71691BDD}" srcId="{AB283918-4F5A-4742-90A7-1D803B856749}" destId="{7FA5CED1-2E73-4867-9082-B80C7B986783}" srcOrd="1" destOrd="0" parTransId="{E949E303-685F-4939-A2EE-492B34C4E28B}" sibTransId="{A288808C-7D2B-48D5-A739-7E170A7AD04C}"/>
    <dgm:cxn modelId="{50F8C14F-2067-4E2B-B295-BA26BA49C360}" type="presParOf" srcId="{AB892BAE-B12B-41D6-A98E-779797387AE3}" destId="{B7C40FEA-B764-4407-910A-6AF017E79470}" srcOrd="0" destOrd="0" presId="urn:microsoft.com/office/officeart/2005/8/layout/vList5"/>
    <dgm:cxn modelId="{9A43A921-BC41-408F-8813-58AB2DD6EE20}" type="presParOf" srcId="{B7C40FEA-B764-4407-910A-6AF017E79470}" destId="{4970989C-C4D0-4EA6-BDC2-1B524EC19A1A}" srcOrd="0" destOrd="0" presId="urn:microsoft.com/office/officeart/2005/8/layout/vList5"/>
    <dgm:cxn modelId="{E89EC460-6BA2-4E99-8BBE-79DA94434291}" type="presParOf" srcId="{B7C40FEA-B764-4407-910A-6AF017E79470}" destId="{3B700D7F-8416-4846-A39E-58D17D1DA6E6}" srcOrd="1" destOrd="0" presId="urn:microsoft.com/office/officeart/2005/8/layout/vList5"/>
    <dgm:cxn modelId="{3C1379B5-F305-48A9-BA96-09B8B209BF0C}" type="presParOf" srcId="{AB892BAE-B12B-41D6-A98E-779797387AE3}" destId="{140F1F38-8796-4244-B2A7-7C68504D0FB2}" srcOrd="1" destOrd="0" presId="urn:microsoft.com/office/officeart/2005/8/layout/vList5"/>
    <dgm:cxn modelId="{6D78CBFB-3FD6-4258-9295-F72A9B387748}" type="presParOf" srcId="{AB892BAE-B12B-41D6-A98E-779797387AE3}" destId="{DA7F1665-BDC3-46BA-B9AF-A692A2F7F1B0}" srcOrd="2" destOrd="0" presId="urn:microsoft.com/office/officeart/2005/8/layout/vList5"/>
    <dgm:cxn modelId="{7A9CBC2B-4F71-441B-B725-CA3FA749777C}" type="presParOf" srcId="{DA7F1665-BDC3-46BA-B9AF-A692A2F7F1B0}" destId="{D4958155-95E3-4D3C-B94E-3505BF053DBD}" srcOrd="0" destOrd="0" presId="urn:microsoft.com/office/officeart/2005/8/layout/vList5"/>
    <dgm:cxn modelId="{3E67B905-135B-4D24-A784-FAD0D5103578}" type="presParOf" srcId="{DA7F1665-BDC3-46BA-B9AF-A692A2F7F1B0}" destId="{8A05C5AB-C35F-44CD-9D7B-5D96014989CA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81DF67B0-B555-4103-85C7-9320404B2F97}" type="doc">
      <dgm:prSet loTypeId="urn:microsoft.com/office/officeart/2005/8/layout/pyramid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93314564-79DB-46F1-9DD8-B56BBD3D7081}">
      <dgm:prSet/>
      <dgm:spPr/>
      <dgm:t>
        <a:bodyPr/>
        <a:lstStyle/>
        <a:p>
          <a:r>
            <a:rPr lang="en-IN"/>
            <a:t>Use an isolated lab</a:t>
          </a:r>
        </a:p>
      </dgm:t>
    </dgm:pt>
    <dgm:pt modelId="{E0DE0585-948C-4B67-B28A-E78C5183E6D3}" type="parTrans" cxnId="{AFC13ED9-E0DB-46AF-BE31-1C8A66834C2D}">
      <dgm:prSet/>
      <dgm:spPr/>
      <dgm:t>
        <a:bodyPr/>
        <a:lstStyle/>
        <a:p>
          <a:endParaRPr lang="en-IN"/>
        </a:p>
      </dgm:t>
    </dgm:pt>
    <dgm:pt modelId="{BA8E1D1C-EEF6-4842-A276-9DEFDD5D0A50}" type="sibTrans" cxnId="{AFC13ED9-E0DB-46AF-BE31-1C8A66834C2D}">
      <dgm:prSet/>
      <dgm:spPr/>
      <dgm:t>
        <a:bodyPr/>
        <a:lstStyle/>
        <a:p>
          <a:endParaRPr lang="en-IN"/>
        </a:p>
      </dgm:t>
    </dgm:pt>
    <dgm:pt modelId="{608C9D7C-4251-44B3-B1B6-3BC50848B8A4}">
      <dgm:prSet/>
      <dgm:spPr/>
      <dgm:t>
        <a:bodyPr/>
        <a:lstStyle/>
        <a:p>
          <a:r>
            <a:rPr lang="en-IN"/>
            <a:t>Practice with real-world samples</a:t>
          </a:r>
        </a:p>
      </dgm:t>
    </dgm:pt>
    <dgm:pt modelId="{6289D6FB-79EF-4963-9ED3-AE36C4ECC43E}" type="parTrans" cxnId="{448C1E5E-DAE2-4A65-AF21-14910EC1194D}">
      <dgm:prSet/>
      <dgm:spPr/>
      <dgm:t>
        <a:bodyPr/>
        <a:lstStyle/>
        <a:p>
          <a:endParaRPr lang="en-IN"/>
        </a:p>
      </dgm:t>
    </dgm:pt>
    <dgm:pt modelId="{79BBDA38-B023-4587-B1A9-31D36C8569AB}" type="sibTrans" cxnId="{448C1E5E-DAE2-4A65-AF21-14910EC1194D}">
      <dgm:prSet/>
      <dgm:spPr/>
      <dgm:t>
        <a:bodyPr/>
        <a:lstStyle/>
        <a:p>
          <a:endParaRPr lang="en-IN"/>
        </a:p>
      </dgm:t>
    </dgm:pt>
    <dgm:pt modelId="{CA3120A1-F39D-4891-9A3D-9A4F11DDE33E}">
      <dgm:prSet/>
      <dgm:spPr/>
      <dgm:t>
        <a:bodyPr/>
        <a:lstStyle/>
        <a:p>
          <a:r>
            <a:rPr lang="en-IN"/>
            <a:t>Reverse engineering takes time</a:t>
          </a:r>
        </a:p>
      </dgm:t>
    </dgm:pt>
    <dgm:pt modelId="{7EAF4F21-EAB5-455E-A170-7DD9D61500D0}" type="parTrans" cxnId="{E4DB6D4C-7B66-4018-8C8B-617E3826E927}">
      <dgm:prSet/>
      <dgm:spPr/>
      <dgm:t>
        <a:bodyPr/>
        <a:lstStyle/>
        <a:p>
          <a:endParaRPr lang="en-IN"/>
        </a:p>
      </dgm:t>
    </dgm:pt>
    <dgm:pt modelId="{DDED5F0D-29EF-4316-B27B-6D61913D1DB0}" type="sibTrans" cxnId="{E4DB6D4C-7B66-4018-8C8B-617E3826E927}">
      <dgm:prSet/>
      <dgm:spPr/>
      <dgm:t>
        <a:bodyPr/>
        <a:lstStyle/>
        <a:p>
          <a:endParaRPr lang="en-IN"/>
        </a:p>
      </dgm:t>
    </dgm:pt>
    <dgm:pt modelId="{D8385504-8563-4EE4-A131-2A34DCF6F21B}">
      <dgm:prSet/>
      <dgm:spPr/>
      <dgm:t>
        <a:bodyPr/>
        <a:lstStyle/>
        <a:p>
          <a:r>
            <a:rPr lang="en-IN"/>
            <a:t>Document your learning</a:t>
          </a:r>
        </a:p>
      </dgm:t>
    </dgm:pt>
    <dgm:pt modelId="{5A2762D4-3672-4F50-BDB8-A494A6E90685}" type="parTrans" cxnId="{B92EA2A7-6AAA-43CC-BDD5-18598C356DE5}">
      <dgm:prSet/>
      <dgm:spPr/>
      <dgm:t>
        <a:bodyPr/>
        <a:lstStyle/>
        <a:p>
          <a:endParaRPr lang="en-IN"/>
        </a:p>
      </dgm:t>
    </dgm:pt>
    <dgm:pt modelId="{3833568A-D078-4556-84E6-EE3ED315B38B}" type="sibTrans" cxnId="{B92EA2A7-6AAA-43CC-BDD5-18598C356DE5}">
      <dgm:prSet/>
      <dgm:spPr/>
      <dgm:t>
        <a:bodyPr/>
        <a:lstStyle/>
        <a:p>
          <a:endParaRPr lang="en-IN"/>
        </a:p>
      </dgm:t>
    </dgm:pt>
    <dgm:pt modelId="{25FDB6B8-724A-4452-84D3-D43F18DD23D1}">
      <dgm:prSet/>
      <dgm:spPr/>
      <dgm:t>
        <a:bodyPr/>
        <a:lstStyle/>
        <a:p>
          <a:r>
            <a:rPr lang="en-IN"/>
            <a:t>Stay curious!</a:t>
          </a:r>
        </a:p>
      </dgm:t>
    </dgm:pt>
    <dgm:pt modelId="{BC33BDB6-7644-4210-988C-F2515F0B9CE8}" type="parTrans" cxnId="{E1EDDD40-3FD0-4807-927A-3D6F2BEF0907}">
      <dgm:prSet/>
      <dgm:spPr/>
      <dgm:t>
        <a:bodyPr/>
        <a:lstStyle/>
        <a:p>
          <a:endParaRPr lang="en-IN"/>
        </a:p>
      </dgm:t>
    </dgm:pt>
    <dgm:pt modelId="{F1028452-556E-4E85-A661-CC7689B96719}" type="sibTrans" cxnId="{E1EDDD40-3FD0-4807-927A-3D6F2BEF0907}">
      <dgm:prSet/>
      <dgm:spPr/>
      <dgm:t>
        <a:bodyPr/>
        <a:lstStyle/>
        <a:p>
          <a:endParaRPr lang="en-IN"/>
        </a:p>
      </dgm:t>
    </dgm:pt>
    <dgm:pt modelId="{2B0CFC65-089E-4117-8A14-2D6B59D68B39}" type="pres">
      <dgm:prSet presAssocID="{81DF67B0-B555-4103-85C7-9320404B2F97}" presName="compositeShape" presStyleCnt="0">
        <dgm:presLayoutVars>
          <dgm:dir/>
          <dgm:resizeHandles/>
        </dgm:presLayoutVars>
      </dgm:prSet>
      <dgm:spPr/>
    </dgm:pt>
    <dgm:pt modelId="{06B7A16B-FEBC-443F-8AB4-12238E93C89F}" type="pres">
      <dgm:prSet presAssocID="{81DF67B0-B555-4103-85C7-9320404B2F97}" presName="pyramid" presStyleLbl="node1" presStyleIdx="0" presStyleCnt="1"/>
      <dgm:spPr/>
    </dgm:pt>
    <dgm:pt modelId="{855541E5-5B8B-4FD0-ACC4-B5155BA28FC6}" type="pres">
      <dgm:prSet presAssocID="{81DF67B0-B555-4103-85C7-9320404B2F97}" presName="theList" presStyleCnt="0"/>
      <dgm:spPr/>
    </dgm:pt>
    <dgm:pt modelId="{5D14F8AD-BFEE-4D67-A792-BBAFC9D182AA}" type="pres">
      <dgm:prSet presAssocID="{93314564-79DB-46F1-9DD8-B56BBD3D7081}" presName="aNode" presStyleLbl="fgAcc1" presStyleIdx="0" presStyleCnt="5">
        <dgm:presLayoutVars>
          <dgm:bulletEnabled val="1"/>
        </dgm:presLayoutVars>
      </dgm:prSet>
      <dgm:spPr/>
    </dgm:pt>
    <dgm:pt modelId="{399D283E-591A-4A75-BBEE-0638FA6703F8}" type="pres">
      <dgm:prSet presAssocID="{93314564-79DB-46F1-9DD8-B56BBD3D7081}" presName="aSpace" presStyleCnt="0"/>
      <dgm:spPr/>
    </dgm:pt>
    <dgm:pt modelId="{82A0CAD7-8F4F-443F-BB69-7D1E41B65C79}" type="pres">
      <dgm:prSet presAssocID="{608C9D7C-4251-44B3-B1B6-3BC50848B8A4}" presName="aNode" presStyleLbl="fgAcc1" presStyleIdx="1" presStyleCnt="5">
        <dgm:presLayoutVars>
          <dgm:bulletEnabled val="1"/>
        </dgm:presLayoutVars>
      </dgm:prSet>
      <dgm:spPr/>
    </dgm:pt>
    <dgm:pt modelId="{31C6BB4E-1596-4544-89D7-C600CD542BB7}" type="pres">
      <dgm:prSet presAssocID="{608C9D7C-4251-44B3-B1B6-3BC50848B8A4}" presName="aSpace" presStyleCnt="0"/>
      <dgm:spPr/>
    </dgm:pt>
    <dgm:pt modelId="{5901750A-A639-4939-9269-DAB6EF516E0D}" type="pres">
      <dgm:prSet presAssocID="{CA3120A1-F39D-4891-9A3D-9A4F11DDE33E}" presName="aNode" presStyleLbl="fgAcc1" presStyleIdx="2" presStyleCnt="5">
        <dgm:presLayoutVars>
          <dgm:bulletEnabled val="1"/>
        </dgm:presLayoutVars>
      </dgm:prSet>
      <dgm:spPr/>
    </dgm:pt>
    <dgm:pt modelId="{A9546FCE-9AC4-4385-BCD0-270EE0AD55EC}" type="pres">
      <dgm:prSet presAssocID="{CA3120A1-F39D-4891-9A3D-9A4F11DDE33E}" presName="aSpace" presStyleCnt="0"/>
      <dgm:spPr/>
    </dgm:pt>
    <dgm:pt modelId="{D7580EFF-AEC1-4AF6-8777-DCF33EBF415A}" type="pres">
      <dgm:prSet presAssocID="{D8385504-8563-4EE4-A131-2A34DCF6F21B}" presName="aNode" presStyleLbl="fgAcc1" presStyleIdx="3" presStyleCnt="5">
        <dgm:presLayoutVars>
          <dgm:bulletEnabled val="1"/>
        </dgm:presLayoutVars>
      </dgm:prSet>
      <dgm:spPr/>
    </dgm:pt>
    <dgm:pt modelId="{AD50D3FF-DB12-4A6E-8751-2780D8ECB0B7}" type="pres">
      <dgm:prSet presAssocID="{D8385504-8563-4EE4-A131-2A34DCF6F21B}" presName="aSpace" presStyleCnt="0"/>
      <dgm:spPr/>
    </dgm:pt>
    <dgm:pt modelId="{5877FCC8-A819-4FF4-9875-D89B8FD0F0E8}" type="pres">
      <dgm:prSet presAssocID="{25FDB6B8-724A-4452-84D3-D43F18DD23D1}" presName="aNode" presStyleLbl="fgAcc1" presStyleIdx="4" presStyleCnt="5">
        <dgm:presLayoutVars>
          <dgm:bulletEnabled val="1"/>
        </dgm:presLayoutVars>
      </dgm:prSet>
      <dgm:spPr/>
    </dgm:pt>
    <dgm:pt modelId="{6F9F46FA-1200-4B85-9E18-B83BBAD29C32}" type="pres">
      <dgm:prSet presAssocID="{25FDB6B8-724A-4452-84D3-D43F18DD23D1}" presName="aSpace" presStyleCnt="0"/>
      <dgm:spPr/>
    </dgm:pt>
  </dgm:ptLst>
  <dgm:cxnLst>
    <dgm:cxn modelId="{39DC0018-F8E7-4D91-9CA0-083204CCE7DB}" type="presOf" srcId="{CA3120A1-F39D-4891-9A3D-9A4F11DDE33E}" destId="{5901750A-A639-4939-9269-DAB6EF516E0D}" srcOrd="0" destOrd="0" presId="urn:microsoft.com/office/officeart/2005/8/layout/pyramid2"/>
    <dgm:cxn modelId="{D4BC7B26-D9C1-42FA-88BF-4CFCC38FC07E}" type="presOf" srcId="{81DF67B0-B555-4103-85C7-9320404B2F97}" destId="{2B0CFC65-089E-4117-8A14-2D6B59D68B39}" srcOrd="0" destOrd="0" presId="urn:microsoft.com/office/officeart/2005/8/layout/pyramid2"/>
    <dgm:cxn modelId="{E1EDDD40-3FD0-4807-927A-3D6F2BEF0907}" srcId="{81DF67B0-B555-4103-85C7-9320404B2F97}" destId="{25FDB6B8-724A-4452-84D3-D43F18DD23D1}" srcOrd="4" destOrd="0" parTransId="{BC33BDB6-7644-4210-988C-F2515F0B9CE8}" sibTransId="{F1028452-556E-4E85-A661-CC7689B96719}"/>
    <dgm:cxn modelId="{448C1E5E-DAE2-4A65-AF21-14910EC1194D}" srcId="{81DF67B0-B555-4103-85C7-9320404B2F97}" destId="{608C9D7C-4251-44B3-B1B6-3BC50848B8A4}" srcOrd="1" destOrd="0" parTransId="{6289D6FB-79EF-4963-9ED3-AE36C4ECC43E}" sibTransId="{79BBDA38-B023-4587-B1A9-31D36C8569AB}"/>
    <dgm:cxn modelId="{38DF364C-1216-403B-845E-55E771EB5243}" type="presOf" srcId="{25FDB6B8-724A-4452-84D3-D43F18DD23D1}" destId="{5877FCC8-A819-4FF4-9875-D89B8FD0F0E8}" srcOrd="0" destOrd="0" presId="urn:microsoft.com/office/officeart/2005/8/layout/pyramid2"/>
    <dgm:cxn modelId="{E4DB6D4C-7B66-4018-8C8B-617E3826E927}" srcId="{81DF67B0-B555-4103-85C7-9320404B2F97}" destId="{CA3120A1-F39D-4891-9A3D-9A4F11DDE33E}" srcOrd="2" destOrd="0" parTransId="{7EAF4F21-EAB5-455E-A170-7DD9D61500D0}" sibTransId="{DDED5F0D-29EF-4316-B27B-6D61913D1DB0}"/>
    <dgm:cxn modelId="{2B0F128E-9CC4-45A2-A805-7E3DF7AFA67F}" type="presOf" srcId="{93314564-79DB-46F1-9DD8-B56BBD3D7081}" destId="{5D14F8AD-BFEE-4D67-A792-BBAFC9D182AA}" srcOrd="0" destOrd="0" presId="urn:microsoft.com/office/officeart/2005/8/layout/pyramid2"/>
    <dgm:cxn modelId="{B92EA2A7-6AAA-43CC-BDD5-18598C356DE5}" srcId="{81DF67B0-B555-4103-85C7-9320404B2F97}" destId="{D8385504-8563-4EE4-A131-2A34DCF6F21B}" srcOrd="3" destOrd="0" parTransId="{5A2762D4-3672-4F50-BDB8-A494A6E90685}" sibTransId="{3833568A-D078-4556-84E6-EE3ED315B38B}"/>
    <dgm:cxn modelId="{6E0782B2-9F31-4442-8D0D-6AEFC44FCFDB}" type="presOf" srcId="{608C9D7C-4251-44B3-B1B6-3BC50848B8A4}" destId="{82A0CAD7-8F4F-443F-BB69-7D1E41B65C79}" srcOrd="0" destOrd="0" presId="urn:microsoft.com/office/officeart/2005/8/layout/pyramid2"/>
    <dgm:cxn modelId="{122CE7C5-3246-4A1A-BA0F-F518B71E69D4}" type="presOf" srcId="{D8385504-8563-4EE4-A131-2A34DCF6F21B}" destId="{D7580EFF-AEC1-4AF6-8777-DCF33EBF415A}" srcOrd="0" destOrd="0" presId="urn:microsoft.com/office/officeart/2005/8/layout/pyramid2"/>
    <dgm:cxn modelId="{AFC13ED9-E0DB-46AF-BE31-1C8A66834C2D}" srcId="{81DF67B0-B555-4103-85C7-9320404B2F97}" destId="{93314564-79DB-46F1-9DD8-B56BBD3D7081}" srcOrd="0" destOrd="0" parTransId="{E0DE0585-948C-4B67-B28A-E78C5183E6D3}" sibTransId="{BA8E1D1C-EEF6-4842-A276-9DEFDD5D0A50}"/>
    <dgm:cxn modelId="{13968266-C4D0-4B58-B525-03B6928C6EB2}" type="presParOf" srcId="{2B0CFC65-089E-4117-8A14-2D6B59D68B39}" destId="{06B7A16B-FEBC-443F-8AB4-12238E93C89F}" srcOrd="0" destOrd="0" presId="urn:microsoft.com/office/officeart/2005/8/layout/pyramid2"/>
    <dgm:cxn modelId="{1DC8773B-7D68-4F66-A2F1-D080EC47D0EC}" type="presParOf" srcId="{2B0CFC65-089E-4117-8A14-2D6B59D68B39}" destId="{855541E5-5B8B-4FD0-ACC4-B5155BA28FC6}" srcOrd="1" destOrd="0" presId="urn:microsoft.com/office/officeart/2005/8/layout/pyramid2"/>
    <dgm:cxn modelId="{0F2D1470-1599-469F-813A-6B55F89A479E}" type="presParOf" srcId="{855541E5-5B8B-4FD0-ACC4-B5155BA28FC6}" destId="{5D14F8AD-BFEE-4D67-A792-BBAFC9D182AA}" srcOrd="0" destOrd="0" presId="urn:microsoft.com/office/officeart/2005/8/layout/pyramid2"/>
    <dgm:cxn modelId="{B002A3E9-4062-417A-8CDF-5B8FE067D309}" type="presParOf" srcId="{855541E5-5B8B-4FD0-ACC4-B5155BA28FC6}" destId="{399D283E-591A-4A75-BBEE-0638FA6703F8}" srcOrd="1" destOrd="0" presId="urn:microsoft.com/office/officeart/2005/8/layout/pyramid2"/>
    <dgm:cxn modelId="{3CC8DC55-630A-4523-9309-F125E633C80D}" type="presParOf" srcId="{855541E5-5B8B-4FD0-ACC4-B5155BA28FC6}" destId="{82A0CAD7-8F4F-443F-BB69-7D1E41B65C79}" srcOrd="2" destOrd="0" presId="urn:microsoft.com/office/officeart/2005/8/layout/pyramid2"/>
    <dgm:cxn modelId="{D18DDAEF-35C4-4A11-B421-3D0F0095DBD2}" type="presParOf" srcId="{855541E5-5B8B-4FD0-ACC4-B5155BA28FC6}" destId="{31C6BB4E-1596-4544-89D7-C600CD542BB7}" srcOrd="3" destOrd="0" presId="urn:microsoft.com/office/officeart/2005/8/layout/pyramid2"/>
    <dgm:cxn modelId="{BC61DCD3-AA1C-4BF3-AF87-EC4FDEF4FAEE}" type="presParOf" srcId="{855541E5-5B8B-4FD0-ACC4-B5155BA28FC6}" destId="{5901750A-A639-4939-9269-DAB6EF516E0D}" srcOrd="4" destOrd="0" presId="urn:microsoft.com/office/officeart/2005/8/layout/pyramid2"/>
    <dgm:cxn modelId="{FABAE04A-345C-4CB5-A299-FD99616E40E6}" type="presParOf" srcId="{855541E5-5B8B-4FD0-ACC4-B5155BA28FC6}" destId="{A9546FCE-9AC4-4385-BCD0-270EE0AD55EC}" srcOrd="5" destOrd="0" presId="urn:microsoft.com/office/officeart/2005/8/layout/pyramid2"/>
    <dgm:cxn modelId="{043D88AA-C993-45AE-A05D-9F4D56056D4F}" type="presParOf" srcId="{855541E5-5B8B-4FD0-ACC4-B5155BA28FC6}" destId="{D7580EFF-AEC1-4AF6-8777-DCF33EBF415A}" srcOrd="6" destOrd="0" presId="urn:microsoft.com/office/officeart/2005/8/layout/pyramid2"/>
    <dgm:cxn modelId="{A741CACE-1185-428E-A2AD-A295730193D2}" type="presParOf" srcId="{855541E5-5B8B-4FD0-ACC4-B5155BA28FC6}" destId="{AD50D3FF-DB12-4A6E-8751-2780D8ECB0B7}" srcOrd="7" destOrd="0" presId="urn:microsoft.com/office/officeart/2005/8/layout/pyramid2"/>
    <dgm:cxn modelId="{552CE95E-AAB3-4F39-A836-463F94643A57}" type="presParOf" srcId="{855541E5-5B8B-4FD0-ACC4-B5155BA28FC6}" destId="{5877FCC8-A819-4FF4-9875-D89B8FD0F0E8}" srcOrd="8" destOrd="0" presId="urn:microsoft.com/office/officeart/2005/8/layout/pyramid2"/>
    <dgm:cxn modelId="{70E0ACA1-DCC7-4EF1-A2AC-D6345378FFAB}" type="presParOf" srcId="{855541E5-5B8B-4FD0-ACC4-B5155BA28FC6}" destId="{6F9F46FA-1200-4B85-9E18-B83BBAD29C32}" srcOrd="9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7C5B7F-8EAE-4697-ACFC-293212A02511}">
      <dsp:nvSpPr>
        <dsp:cNvPr id="0" name=""/>
        <dsp:cNvSpPr/>
      </dsp:nvSpPr>
      <dsp:spPr>
        <a:xfrm>
          <a:off x="0" y="3369"/>
          <a:ext cx="6273538" cy="524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Security Research Lead @QuickHeal</a:t>
          </a:r>
          <a:endParaRPr lang="en-IN" sz="2300" kern="1200" dirty="0"/>
        </a:p>
      </dsp:txBody>
      <dsp:txXfrm>
        <a:off x="25616" y="28985"/>
        <a:ext cx="6222306" cy="473513"/>
      </dsp:txXfrm>
    </dsp:sp>
    <dsp:sp modelId="{D1C9924F-1FD2-40A6-B777-DAE918194E16}">
      <dsp:nvSpPr>
        <dsp:cNvPr id="0" name=""/>
        <dsp:cNvSpPr/>
      </dsp:nvSpPr>
      <dsp:spPr>
        <a:xfrm>
          <a:off x="0" y="594354"/>
          <a:ext cx="6273538" cy="524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Specializes in malware and threat research</a:t>
          </a:r>
          <a:endParaRPr lang="en-IN" sz="2300" kern="1200" dirty="0"/>
        </a:p>
      </dsp:txBody>
      <dsp:txXfrm>
        <a:off x="25616" y="619970"/>
        <a:ext cx="6222306" cy="473513"/>
      </dsp:txXfrm>
    </dsp:sp>
    <dsp:sp modelId="{2609EBC9-9838-42AA-B4BE-F9A5526F2EA7}">
      <dsp:nvSpPr>
        <dsp:cNvPr id="0" name=""/>
        <dsp:cNvSpPr/>
      </dsp:nvSpPr>
      <dsp:spPr>
        <a:xfrm>
          <a:off x="0" y="1185339"/>
          <a:ext cx="6273538" cy="524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Speaker/Trainer</a:t>
          </a:r>
          <a:endParaRPr lang="en-IN" sz="2300" kern="1200"/>
        </a:p>
      </dsp:txBody>
      <dsp:txXfrm>
        <a:off x="25616" y="1210955"/>
        <a:ext cx="6222306" cy="473513"/>
      </dsp:txXfrm>
    </dsp:sp>
    <dsp:sp modelId="{DF636FEF-B877-41B9-A2E0-DB28A1F31977}">
      <dsp:nvSpPr>
        <dsp:cNvPr id="0" name=""/>
        <dsp:cNvSpPr/>
      </dsp:nvSpPr>
      <dsp:spPr>
        <a:xfrm>
          <a:off x="0" y="1776324"/>
          <a:ext cx="6273538" cy="524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Youtuber at CryptoW@re</a:t>
          </a:r>
          <a:endParaRPr lang="en-IN" sz="2300" kern="1200"/>
        </a:p>
      </dsp:txBody>
      <dsp:txXfrm>
        <a:off x="25616" y="1801940"/>
        <a:ext cx="6222306" cy="473513"/>
      </dsp:txXfrm>
    </dsp:sp>
    <dsp:sp modelId="{AF3BF63B-F234-403A-A46C-F315F84075F2}">
      <dsp:nvSpPr>
        <dsp:cNvPr id="0" name=""/>
        <dsp:cNvSpPr/>
      </dsp:nvSpPr>
      <dsp:spPr>
        <a:xfrm>
          <a:off x="0" y="2367309"/>
          <a:ext cx="6273538" cy="524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Blogger at shrutirupa.hashnode.dev</a:t>
          </a:r>
          <a:endParaRPr lang="en-IN" sz="2300" kern="1200"/>
        </a:p>
      </dsp:txBody>
      <dsp:txXfrm>
        <a:off x="25616" y="2392925"/>
        <a:ext cx="6222306" cy="473513"/>
      </dsp:txXfrm>
    </dsp:sp>
    <dsp:sp modelId="{F6EC9C15-7BCB-4F67-AD95-FF58D19EBFBF}">
      <dsp:nvSpPr>
        <dsp:cNvPr id="0" name=""/>
        <dsp:cNvSpPr/>
      </dsp:nvSpPr>
      <dsp:spPr>
        <a:xfrm>
          <a:off x="0" y="2958294"/>
          <a:ext cx="6273538" cy="524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Philomath</a:t>
          </a:r>
          <a:endParaRPr lang="en-IN" sz="2300" kern="1200"/>
        </a:p>
      </dsp:txBody>
      <dsp:txXfrm>
        <a:off x="25616" y="2983910"/>
        <a:ext cx="6222306" cy="4735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51DEBE-5D5E-4C20-9425-DDB16BB08238}">
      <dsp:nvSpPr>
        <dsp:cNvPr id="0" name=""/>
        <dsp:cNvSpPr/>
      </dsp:nvSpPr>
      <dsp:spPr>
        <a:xfrm>
          <a:off x="913579" y="598"/>
          <a:ext cx="1344648" cy="1344648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83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Malicious</a:t>
          </a:r>
        </a:p>
      </dsp:txBody>
      <dsp:txXfrm>
        <a:off x="1110498" y="197517"/>
        <a:ext cx="950810" cy="950810"/>
      </dsp:txXfrm>
    </dsp:sp>
    <dsp:sp modelId="{BB13627E-E0F7-4BB1-B975-D8F9F55D7460}">
      <dsp:nvSpPr>
        <dsp:cNvPr id="0" name=""/>
        <dsp:cNvSpPr/>
      </dsp:nvSpPr>
      <dsp:spPr>
        <a:xfrm>
          <a:off x="1195955" y="1454432"/>
          <a:ext cx="779896" cy="779896"/>
        </a:xfrm>
        <a:prstGeom prst="mathPlus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83000"/>
                <a:satMod val="100000"/>
                <a:lumMod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/>
        </a:p>
      </dsp:txBody>
      <dsp:txXfrm>
        <a:off x="1299330" y="1752664"/>
        <a:ext cx="573146" cy="183432"/>
      </dsp:txXfrm>
    </dsp:sp>
    <dsp:sp modelId="{51D34BCB-4E20-4305-BB39-9667A9F9A1E9}">
      <dsp:nvSpPr>
        <dsp:cNvPr id="0" name=""/>
        <dsp:cNvSpPr/>
      </dsp:nvSpPr>
      <dsp:spPr>
        <a:xfrm>
          <a:off x="913579" y="2343513"/>
          <a:ext cx="1344648" cy="1344648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83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Software</a:t>
          </a:r>
        </a:p>
      </dsp:txBody>
      <dsp:txXfrm>
        <a:off x="1110498" y="2540432"/>
        <a:ext cx="950810" cy="950810"/>
      </dsp:txXfrm>
    </dsp:sp>
    <dsp:sp modelId="{0A2C4AAE-F4EF-4F98-AFD6-166560592CF7}">
      <dsp:nvSpPr>
        <dsp:cNvPr id="0" name=""/>
        <dsp:cNvSpPr/>
      </dsp:nvSpPr>
      <dsp:spPr>
        <a:xfrm>
          <a:off x="2459925" y="1594275"/>
          <a:ext cx="427598" cy="50020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83000"/>
                <a:satMod val="100000"/>
                <a:lumMod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/>
        </a:p>
      </dsp:txBody>
      <dsp:txXfrm>
        <a:off x="2459925" y="1694317"/>
        <a:ext cx="299319" cy="300125"/>
      </dsp:txXfrm>
    </dsp:sp>
    <dsp:sp modelId="{B7A7917A-24BB-470A-BE11-8EDB440291C3}">
      <dsp:nvSpPr>
        <dsp:cNvPr id="0" name=""/>
        <dsp:cNvSpPr/>
      </dsp:nvSpPr>
      <dsp:spPr>
        <a:xfrm>
          <a:off x="3065016" y="499732"/>
          <a:ext cx="2689296" cy="268929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83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900" kern="1200" dirty="0"/>
            <a:t>Malware</a:t>
          </a:r>
        </a:p>
      </dsp:txBody>
      <dsp:txXfrm>
        <a:off x="3458854" y="893570"/>
        <a:ext cx="1901620" cy="19016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8C416C-A428-49E8-988F-05834457FC73}">
      <dsp:nvSpPr>
        <dsp:cNvPr id="0" name=""/>
        <dsp:cNvSpPr/>
      </dsp:nvSpPr>
      <dsp:spPr>
        <a:xfrm>
          <a:off x="2076858" y="1569485"/>
          <a:ext cx="1316972" cy="131697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Purpose</a:t>
          </a:r>
        </a:p>
      </dsp:txBody>
      <dsp:txXfrm>
        <a:off x="2269724" y="1762351"/>
        <a:ext cx="931240" cy="931240"/>
      </dsp:txXfrm>
    </dsp:sp>
    <dsp:sp modelId="{57A0543B-A8F9-4BB5-A58D-90C4CF7EBDA7}">
      <dsp:nvSpPr>
        <dsp:cNvPr id="0" name=""/>
        <dsp:cNvSpPr/>
      </dsp:nvSpPr>
      <dsp:spPr>
        <a:xfrm rot="12900000">
          <a:off x="1229818" y="1339471"/>
          <a:ext cx="1009270" cy="375337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5B18B1-4FAC-438A-B8F8-C6DD75DAA1F3}">
      <dsp:nvSpPr>
        <dsp:cNvPr id="0" name=""/>
        <dsp:cNvSpPr/>
      </dsp:nvSpPr>
      <dsp:spPr>
        <a:xfrm>
          <a:off x="695519" y="737243"/>
          <a:ext cx="1251123" cy="10008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7625" tIns="47625" rIns="47625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/>
            <a:t>Damage</a:t>
          </a:r>
        </a:p>
      </dsp:txBody>
      <dsp:txXfrm>
        <a:off x="724834" y="766558"/>
        <a:ext cx="1192493" cy="942268"/>
      </dsp:txXfrm>
    </dsp:sp>
    <dsp:sp modelId="{E0E5EBBE-F68E-4C54-8712-52581AF09774}">
      <dsp:nvSpPr>
        <dsp:cNvPr id="0" name=""/>
        <dsp:cNvSpPr/>
      </dsp:nvSpPr>
      <dsp:spPr>
        <a:xfrm rot="16200000">
          <a:off x="2230709" y="818440"/>
          <a:ext cx="1009270" cy="375337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4C05B2-06C2-4AE3-8526-B13D03E1CF54}">
      <dsp:nvSpPr>
        <dsp:cNvPr id="0" name=""/>
        <dsp:cNvSpPr/>
      </dsp:nvSpPr>
      <dsp:spPr>
        <a:xfrm>
          <a:off x="2109782" y="1024"/>
          <a:ext cx="1251123" cy="10008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7625" tIns="47625" rIns="47625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/>
            <a:t>Steal Data</a:t>
          </a:r>
        </a:p>
      </dsp:txBody>
      <dsp:txXfrm>
        <a:off x="2139097" y="30339"/>
        <a:ext cx="1192493" cy="942268"/>
      </dsp:txXfrm>
    </dsp:sp>
    <dsp:sp modelId="{022B2B99-3615-4698-9570-EAF19C4F33DD}">
      <dsp:nvSpPr>
        <dsp:cNvPr id="0" name=""/>
        <dsp:cNvSpPr/>
      </dsp:nvSpPr>
      <dsp:spPr>
        <a:xfrm rot="19500000">
          <a:off x="3231599" y="1339471"/>
          <a:ext cx="1009270" cy="375337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91814C-1A40-4D62-905D-8110DF17A5FD}">
      <dsp:nvSpPr>
        <dsp:cNvPr id="0" name=""/>
        <dsp:cNvSpPr/>
      </dsp:nvSpPr>
      <dsp:spPr>
        <a:xfrm>
          <a:off x="3524046" y="737243"/>
          <a:ext cx="1251123" cy="10008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7625" tIns="47625" rIns="47625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/>
            <a:t>Disrupt</a:t>
          </a:r>
        </a:p>
      </dsp:txBody>
      <dsp:txXfrm>
        <a:off x="3553361" y="766558"/>
        <a:ext cx="1192493" cy="94226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7C09F7-B171-4C6B-94AA-C9E789D14B2D}">
      <dsp:nvSpPr>
        <dsp:cNvPr id="0" name=""/>
        <dsp:cNvSpPr/>
      </dsp:nvSpPr>
      <dsp:spPr>
        <a:xfrm>
          <a:off x="3102398" y="2074877"/>
          <a:ext cx="1478047" cy="147804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300" kern="1200" dirty="0"/>
            <a:t>Types</a:t>
          </a:r>
        </a:p>
      </dsp:txBody>
      <dsp:txXfrm>
        <a:off x="3318853" y="2291332"/>
        <a:ext cx="1045137" cy="1045137"/>
      </dsp:txXfrm>
    </dsp:sp>
    <dsp:sp modelId="{F521DB3C-2B4D-4CA6-8FF0-0538811B5514}">
      <dsp:nvSpPr>
        <dsp:cNvPr id="0" name=""/>
        <dsp:cNvSpPr/>
      </dsp:nvSpPr>
      <dsp:spPr>
        <a:xfrm rot="16200000">
          <a:off x="3684256" y="1535965"/>
          <a:ext cx="314332" cy="50253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/>
        </a:p>
      </dsp:txBody>
      <dsp:txXfrm>
        <a:off x="3731406" y="1683622"/>
        <a:ext cx="220032" cy="301522"/>
      </dsp:txXfrm>
    </dsp:sp>
    <dsp:sp modelId="{FEBBE91B-1B04-48E7-A6ED-0BEB3DAC1940}">
      <dsp:nvSpPr>
        <dsp:cNvPr id="0" name=""/>
        <dsp:cNvSpPr/>
      </dsp:nvSpPr>
      <dsp:spPr>
        <a:xfrm>
          <a:off x="3102398" y="3749"/>
          <a:ext cx="1478047" cy="147804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Virus</a:t>
          </a:r>
        </a:p>
      </dsp:txBody>
      <dsp:txXfrm>
        <a:off x="3318853" y="220204"/>
        <a:ext cx="1045137" cy="1045137"/>
      </dsp:txXfrm>
    </dsp:sp>
    <dsp:sp modelId="{E1571474-93AA-4C83-B158-A8413D4691B3}">
      <dsp:nvSpPr>
        <dsp:cNvPr id="0" name=""/>
        <dsp:cNvSpPr/>
      </dsp:nvSpPr>
      <dsp:spPr>
        <a:xfrm rot="19800000">
          <a:off x="4573376" y="2049299"/>
          <a:ext cx="314332" cy="50253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/>
        </a:p>
      </dsp:txBody>
      <dsp:txXfrm>
        <a:off x="4579693" y="2173381"/>
        <a:ext cx="220032" cy="301522"/>
      </dsp:txXfrm>
    </dsp:sp>
    <dsp:sp modelId="{CFE30CD2-8941-42F5-AA8A-0ABEDBADFC9C}">
      <dsp:nvSpPr>
        <dsp:cNvPr id="0" name=""/>
        <dsp:cNvSpPr/>
      </dsp:nvSpPr>
      <dsp:spPr>
        <a:xfrm>
          <a:off x="4896048" y="1039313"/>
          <a:ext cx="1478047" cy="147804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Worms</a:t>
          </a:r>
        </a:p>
      </dsp:txBody>
      <dsp:txXfrm>
        <a:off x="5112503" y="1255768"/>
        <a:ext cx="1045137" cy="1045137"/>
      </dsp:txXfrm>
    </dsp:sp>
    <dsp:sp modelId="{D0710A14-B9BD-4BA6-B0B1-A17CB5477E91}">
      <dsp:nvSpPr>
        <dsp:cNvPr id="0" name=""/>
        <dsp:cNvSpPr/>
      </dsp:nvSpPr>
      <dsp:spPr>
        <a:xfrm rot="1800000">
          <a:off x="4573376" y="3075966"/>
          <a:ext cx="314332" cy="50253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/>
        </a:p>
      </dsp:txBody>
      <dsp:txXfrm>
        <a:off x="4579693" y="3152898"/>
        <a:ext cx="220032" cy="301522"/>
      </dsp:txXfrm>
    </dsp:sp>
    <dsp:sp modelId="{96AC9ED3-FE0A-4DE9-AD6F-70802EC15C9F}">
      <dsp:nvSpPr>
        <dsp:cNvPr id="0" name=""/>
        <dsp:cNvSpPr/>
      </dsp:nvSpPr>
      <dsp:spPr>
        <a:xfrm>
          <a:off x="4896048" y="3110441"/>
          <a:ext cx="1478047" cy="147804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Trojan</a:t>
          </a:r>
        </a:p>
      </dsp:txBody>
      <dsp:txXfrm>
        <a:off x="5112503" y="3326896"/>
        <a:ext cx="1045137" cy="1045137"/>
      </dsp:txXfrm>
    </dsp:sp>
    <dsp:sp modelId="{F0429F94-B55E-4565-BD7F-8A7CD02828FA}">
      <dsp:nvSpPr>
        <dsp:cNvPr id="0" name=""/>
        <dsp:cNvSpPr/>
      </dsp:nvSpPr>
      <dsp:spPr>
        <a:xfrm rot="5400000">
          <a:off x="3684256" y="3589300"/>
          <a:ext cx="314332" cy="50253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/>
        </a:p>
      </dsp:txBody>
      <dsp:txXfrm>
        <a:off x="3731406" y="3642657"/>
        <a:ext cx="220032" cy="301522"/>
      </dsp:txXfrm>
    </dsp:sp>
    <dsp:sp modelId="{16421FC9-D041-4128-99F7-CDABF68E76DB}">
      <dsp:nvSpPr>
        <dsp:cNvPr id="0" name=""/>
        <dsp:cNvSpPr/>
      </dsp:nvSpPr>
      <dsp:spPr>
        <a:xfrm>
          <a:off x="3102398" y="4146005"/>
          <a:ext cx="1478047" cy="147804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Rootkit</a:t>
          </a:r>
        </a:p>
      </dsp:txBody>
      <dsp:txXfrm>
        <a:off x="3318853" y="4362460"/>
        <a:ext cx="1045137" cy="1045137"/>
      </dsp:txXfrm>
    </dsp:sp>
    <dsp:sp modelId="{60C58350-6151-4698-AA1A-466470D5CD10}">
      <dsp:nvSpPr>
        <dsp:cNvPr id="0" name=""/>
        <dsp:cNvSpPr/>
      </dsp:nvSpPr>
      <dsp:spPr>
        <a:xfrm rot="9000000">
          <a:off x="2795135" y="3075966"/>
          <a:ext cx="314332" cy="50253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/>
        </a:p>
      </dsp:txBody>
      <dsp:txXfrm rot="10800000">
        <a:off x="2883118" y="3152898"/>
        <a:ext cx="220032" cy="301522"/>
      </dsp:txXfrm>
    </dsp:sp>
    <dsp:sp modelId="{696A7274-8E71-45B3-92C8-45F49C78E137}">
      <dsp:nvSpPr>
        <dsp:cNvPr id="0" name=""/>
        <dsp:cNvSpPr/>
      </dsp:nvSpPr>
      <dsp:spPr>
        <a:xfrm>
          <a:off x="1308749" y="3110441"/>
          <a:ext cx="1478047" cy="147804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Ransomware</a:t>
          </a:r>
        </a:p>
      </dsp:txBody>
      <dsp:txXfrm>
        <a:off x="1525204" y="3326896"/>
        <a:ext cx="1045137" cy="1045137"/>
      </dsp:txXfrm>
    </dsp:sp>
    <dsp:sp modelId="{9833C306-C2D6-4334-A277-05793D635346}">
      <dsp:nvSpPr>
        <dsp:cNvPr id="0" name=""/>
        <dsp:cNvSpPr/>
      </dsp:nvSpPr>
      <dsp:spPr>
        <a:xfrm rot="12600000">
          <a:off x="2795135" y="2049299"/>
          <a:ext cx="314332" cy="50253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/>
        </a:p>
      </dsp:txBody>
      <dsp:txXfrm rot="10800000">
        <a:off x="2883118" y="2173381"/>
        <a:ext cx="220032" cy="301522"/>
      </dsp:txXfrm>
    </dsp:sp>
    <dsp:sp modelId="{1132B5EC-2ACD-4618-9C97-FBE5CE97E288}">
      <dsp:nvSpPr>
        <dsp:cNvPr id="0" name=""/>
        <dsp:cNvSpPr/>
      </dsp:nvSpPr>
      <dsp:spPr>
        <a:xfrm>
          <a:off x="1308749" y="1039313"/>
          <a:ext cx="1478047" cy="147804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Spyware</a:t>
          </a:r>
        </a:p>
      </dsp:txBody>
      <dsp:txXfrm>
        <a:off x="1525204" y="1255768"/>
        <a:ext cx="1045137" cy="104513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8A0228-C31C-45D7-9A11-D4C2A734CEA0}">
      <dsp:nvSpPr>
        <dsp:cNvPr id="0" name=""/>
        <dsp:cNvSpPr/>
      </dsp:nvSpPr>
      <dsp:spPr>
        <a:xfrm>
          <a:off x="0" y="46731"/>
          <a:ext cx="6627044" cy="4334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Understand malware behavior</a:t>
          </a:r>
          <a:endParaRPr lang="en-IN" sz="1900" kern="1200"/>
        </a:p>
      </dsp:txBody>
      <dsp:txXfrm>
        <a:off x="21161" y="67892"/>
        <a:ext cx="6584722" cy="391163"/>
      </dsp:txXfrm>
    </dsp:sp>
    <dsp:sp modelId="{AD96D4B4-C213-4113-9882-D6F2EAC02E1A}">
      <dsp:nvSpPr>
        <dsp:cNvPr id="0" name=""/>
        <dsp:cNvSpPr/>
      </dsp:nvSpPr>
      <dsp:spPr>
        <a:xfrm>
          <a:off x="0" y="534936"/>
          <a:ext cx="6627044" cy="4334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Identify indicators of compromise (IOCs)</a:t>
          </a:r>
          <a:endParaRPr lang="en-IN" sz="1900" kern="1200"/>
        </a:p>
      </dsp:txBody>
      <dsp:txXfrm>
        <a:off x="21161" y="556097"/>
        <a:ext cx="6584722" cy="391163"/>
      </dsp:txXfrm>
    </dsp:sp>
    <dsp:sp modelId="{C377E161-72CF-4314-B783-0E6B9402C028}">
      <dsp:nvSpPr>
        <dsp:cNvPr id="0" name=""/>
        <dsp:cNvSpPr/>
      </dsp:nvSpPr>
      <dsp:spPr>
        <a:xfrm>
          <a:off x="0" y="1023141"/>
          <a:ext cx="6627044" cy="4334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Develop detection and prevention mechanisms</a:t>
          </a:r>
          <a:endParaRPr lang="en-IN" sz="1900" kern="1200"/>
        </a:p>
      </dsp:txBody>
      <dsp:txXfrm>
        <a:off x="21161" y="1044302"/>
        <a:ext cx="6584722" cy="391163"/>
      </dsp:txXfrm>
    </dsp:sp>
    <dsp:sp modelId="{FD18D023-B7B5-4A34-A822-EC83082B98D7}">
      <dsp:nvSpPr>
        <dsp:cNvPr id="0" name=""/>
        <dsp:cNvSpPr/>
      </dsp:nvSpPr>
      <dsp:spPr>
        <a:xfrm>
          <a:off x="0" y="1511346"/>
          <a:ext cx="6627044" cy="4334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Understand the infection chain</a:t>
          </a:r>
          <a:endParaRPr lang="en-IN" sz="1900" kern="1200"/>
        </a:p>
      </dsp:txBody>
      <dsp:txXfrm>
        <a:off x="21161" y="1532507"/>
        <a:ext cx="6584722" cy="391163"/>
      </dsp:txXfrm>
    </dsp:sp>
    <dsp:sp modelId="{2DAD25C0-36C7-4B3A-BCED-E9A7A3921E8D}">
      <dsp:nvSpPr>
        <dsp:cNvPr id="0" name=""/>
        <dsp:cNvSpPr/>
      </dsp:nvSpPr>
      <dsp:spPr>
        <a:xfrm>
          <a:off x="0" y="1999551"/>
          <a:ext cx="6627044" cy="4334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Attribute attacks to threat actors</a:t>
          </a:r>
          <a:endParaRPr lang="en-IN" sz="1900" kern="1200"/>
        </a:p>
      </dsp:txBody>
      <dsp:txXfrm>
        <a:off x="21161" y="2020712"/>
        <a:ext cx="6584722" cy="391163"/>
      </dsp:txXfrm>
    </dsp:sp>
    <dsp:sp modelId="{A9083B07-391F-404C-8950-E52764BAA88A}">
      <dsp:nvSpPr>
        <dsp:cNvPr id="0" name=""/>
        <dsp:cNvSpPr/>
      </dsp:nvSpPr>
      <dsp:spPr>
        <a:xfrm>
          <a:off x="0" y="2487756"/>
          <a:ext cx="6627044" cy="4334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Improve incident response and forensics</a:t>
          </a:r>
          <a:endParaRPr lang="en-IN" sz="1900" kern="1200"/>
        </a:p>
      </dsp:txBody>
      <dsp:txXfrm>
        <a:off x="21161" y="2508917"/>
        <a:ext cx="6584722" cy="391163"/>
      </dsp:txXfrm>
    </dsp:sp>
    <dsp:sp modelId="{0942E274-2267-4B77-B1EA-48CCE4CA5128}">
      <dsp:nvSpPr>
        <dsp:cNvPr id="0" name=""/>
        <dsp:cNvSpPr/>
      </dsp:nvSpPr>
      <dsp:spPr>
        <a:xfrm>
          <a:off x="0" y="2975961"/>
          <a:ext cx="6627044" cy="4334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Support threat intelligence programs</a:t>
          </a:r>
          <a:endParaRPr lang="en-IN" sz="1900" kern="1200"/>
        </a:p>
      </dsp:txBody>
      <dsp:txXfrm>
        <a:off x="21161" y="2997122"/>
        <a:ext cx="6584722" cy="391163"/>
      </dsp:txXfrm>
    </dsp:sp>
    <dsp:sp modelId="{DE81A64F-DD0A-4CB7-9B43-967A8C82A528}">
      <dsp:nvSpPr>
        <dsp:cNvPr id="0" name=""/>
        <dsp:cNvSpPr/>
      </dsp:nvSpPr>
      <dsp:spPr>
        <a:xfrm>
          <a:off x="0" y="3464166"/>
          <a:ext cx="6627044" cy="4334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Reverse engineer malicious payloads</a:t>
          </a:r>
          <a:endParaRPr lang="en-IN" sz="1900" kern="1200"/>
        </a:p>
      </dsp:txBody>
      <dsp:txXfrm>
        <a:off x="21161" y="3485327"/>
        <a:ext cx="6584722" cy="391163"/>
      </dsp:txXfrm>
    </dsp:sp>
    <dsp:sp modelId="{1612E4DD-3E09-470F-9278-88F987742511}">
      <dsp:nvSpPr>
        <dsp:cNvPr id="0" name=""/>
        <dsp:cNvSpPr/>
      </dsp:nvSpPr>
      <dsp:spPr>
        <a:xfrm>
          <a:off x="0" y="3952371"/>
          <a:ext cx="6627044" cy="4334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Aid compliance and legal investigations</a:t>
          </a:r>
          <a:endParaRPr lang="en-IN" sz="1900" kern="1200"/>
        </a:p>
      </dsp:txBody>
      <dsp:txXfrm>
        <a:off x="21161" y="3973532"/>
        <a:ext cx="6584722" cy="391163"/>
      </dsp:txXfrm>
    </dsp:sp>
    <dsp:sp modelId="{B82AFCA2-986C-4FF2-980E-B75A139C173B}">
      <dsp:nvSpPr>
        <dsp:cNvPr id="0" name=""/>
        <dsp:cNvSpPr/>
      </dsp:nvSpPr>
      <dsp:spPr>
        <a:xfrm>
          <a:off x="0" y="4440576"/>
          <a:ext cx="6627044" cy="4334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Educate and train cybersecurity teams</a:t>
          </a:r>
          <a:endParaRPr lang="en-IN" sz="1900" kern="1200"/>
        </a:p>
      </dsp:txBody>
      <dsp:txXfrm>
        <a:off x="21161" y="4461737"/>
        <a:ext cx="6584722" cy="39116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98FB99-246C-4907-ADB1-DE39C618883B}">
      <dsp:nvSpPr>
        <dsp:cNvPr id="0" name=""/>
        <dsp:cNvSpPr/>
      </dsp:nvSpPr>
      <dsp:spPr>
        <a:xfrm>
          <a:off x="30" y="22421"/>
          <a:ext cx="2893796" cy="518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1. Static Analysis</a:t>
          </a:r>
        </a:p>
      </dsp:txBody>
      <dsp:txXfrm>
        <a:off x="30" y="22421"/>
        <a:ext cx="2893796" cy="518400"/>
      </dsp:txXfrm>
    </dsp:sp>
    <dsp:sp modelId="{65882461-621A-48AF-AD66-D3DDD7DAFFD0}">
      <dsp:nvSpPr>
        <dsp:cNvPr id="0" name=""/>
        <dsp:cNvSpPr/>
      </dsp:nvSpPr>
      <dsp:spPr>
        <a:xfrm>
          <a:off x="30" y="540821"/>
          <a:ext cx="2893796" cy="91408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 dirty="0"/>
            <a:t>No execution, use tools like strings, IDA, </a:t>
          </a:r>
          <a:r>
            <a:rPr lang="en-IN" sz="1800" kern="1200" dirty="0" err="1"/>
            <a:t>Ghidra</a:t>
          </a:r>
          <a:endParaRPr lang="en-IN" sz="1800" kern="1200" dirty="0"/>
        </a:p>
      </dsp:txBody>
      <dsp:txXfrm>
        <a:off x="30" y="540821"/>
        <a:ext cx="2893796" cy="914084"/>
      </dsp:txXfrm>
    </dsp:sp>
    <dsp:sp modelId="{ECBEB307-C061-4B2A-8089-DAEA4C80758C}">
      <dsp:nvSpPr>
        <dsp:cNvPr id="0" name=""/>
        <dsp:cNvSpPr/>
      </dsp:nvSpPr>
      <dsp:spPr>
        <a:xfrm>
          <a:off x="3298958" y="22421"/>
          <a:ext cx="2893796" cy="518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2. Dynamic Analysis</a:t>
          </a:r>
        </a:p>
      </dsp:txBody>
      <dsp:txXfrm>
        <a:off x="3298958" y="22421"/>
        <a:ext cx="2893796" cy="518400"/>
      </dsp:txXfrm>
    </dsp:sp>
    <dsp:sp modelId="{39E19781-4452-497A-B992-E86830333DBC}">
      <dsp:nvSpPr>
        <dsp:cNvPr id="0" name=""/>
        <dsp:cNvSpPr/>
      </dsp:nvSpPr>
      <dsp:spPr>
        <a:xfrm>
          <a:off x="3298958" y="540821"/>
          <a:ext cx="2893796" cy="91408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/>
            <a:t>Execute and monitor behavior, use Process Monitor, Wireshark</a:t>
          </a:r>
        </a:p>
      </dsp:txBody>
      <dsp:txXfrm>
        <a:off x="3298958" y="540821"/>
        <a:ext cx="2893796" cy="91408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4A5424-DD0B-4EBE-BE54-80819086851E}">
      <dsp:nvSpPr>
        <dsp:cNvPr id="0" name=""/>
        <dsp:cNvSpPr/>
      </dsp:nvSpPr>
      <dsp:spPr>
        <a:xfrm rot="10800000">
          <a:off x="1275200" y="3734"/>
          <a:ext cx="4463402" cy="603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277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Process of analyzing software to understand its internal functionality</a:t>
          </a:r>
          <a:endParaRPr lang="en-IN" sz="1800" kern="1200"/>
        </a:p>
      </dsp:txBody>
      <dsp:txXfrm rot="10800000">
        <a:off x="1426160" y="3734"/>
        <a:ext cx="4312442" cy="603840"/>
      </dsp:txXfrm>
    </dsp:sp>
    <dsp:sp modelId="{32FB964B-A6C6-4DD5-B2E7-6D11627BBF2C}">
      <dsp:nvSpPr>
        <dsp:cNvPr id="0" name=""/>
        <dsp:cNvSpPr/>
      </dsp:nvSpPr>
      <dsp:spPr>
        <a:xfrm>
          <a:off x="973280" y="3734"/>
          <a:ext cx="603840" cy="603840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0E34A3-53BF-4339-AE18-3535C53664FB}">
      <dsp:nvSpPr>
        <dsp:cNvPr id="0" name=""/>
        <dsp:cNvSpPr/>
      </dsp:nvSpPr>
      <dsp:spPr>
        <a:xfrm rot="10800000">
          <a:off x="1275200" y="787825"/>
          <a:ext cx="4463402" cy="603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277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Often used to inspect compiled binaries without source code</a:t>
          </a:r>
          <a:endParaRPr lang="en-IN" sz="1800" kern="1200"/>
        </a:p>
      </dsp:txBody>
      <dsp:txXfrm rot="10800000">
        <a:off x="1426160" y="787825"/>
        <a:ext cx="4312442" cy="603840"/>
      </dsp:txXfrm>
    </dsp:sp>
    <dsp:sp modelId="{E2D9612B-3F4F-4E87-949B-413479BD5D02}">
      <dsp:nvSpPr>
        <dsp:cNvPr id="0" name=""/>
        <dsp:cNvSpPr/>
      </dsp:nvSpPr>
      <dsp:spPr>
        <a:xfrm>
          <a:off x="973280" y="787825"/>
          <a:ext cx="603840" cy="603840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BEBC81-D006-4329-A09A-E2A467F182EC}">
      <dsp:nvSpPr>
        <dsp:cNvPr id="0" name=""/>
        <dsp:cNvSpPr/>
      </dsp:nvSpPr>
      <dsp:spPr>
        <a:xfrm rot="10800000">
          <a:off x="1275200" y="1571915"/>
          <a:ext cx="4463402" cy="603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277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Helps uncover hidden or malicious behavior in programs</a:t>
          </a:r>
          <a:endParaRPr lang="en-IN" sz="1800" kern="1200"/>
        </a:p>
      </dsp:txBody>
      <dsp:txXfrm rot="10800000">
        <a:off x="1426160" y="1571915"/>
        <a:ext cx="4312442" cy="603840"/>
      </dsp:txXfrm>
    </dsp:sp>
    <dsp:sp modelId="{7DB6962D-2EB2-4155-B2AB-7F60A1EB625F}">
      <dsp:nvSpPr>
        <dsp:cNvPr id="0" name=""/>
        <dsp:cNvSpPr/>
      </dsp:nvSpPr>
      <dsp:spPr>
        <a:xfrm>
          <a:off x="973280" y="1571915"/>
          <a:ext cx="603840" cy="603840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B6BAAC-6368-45F0-8264-E09F6D9B96B2}">
      <dsp:nvSpPr>
        <dsp:cNvPr id="0" name=""/>
        <dsp:cNvSpPr/>
      </dsp:nvSpPr>
      <dsp:spPr>
        <a:xfrm rot="10800000">
          <a:off x="1275200" y="2356006"/>
          <a:ext cx="4463402" cy="603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277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Enables de-obfuscation and unpacking of malware</a:t>
          </a:r>
          <a:endParaRPr lang="en-IN" sz="1800" kern="1200"/>
        </a:p>
      </dsp:txBody>
      <dsp:txXfrm rot="10800000">
        <a:off x="1426160" y="2356006"/>
        <a:ext cx="4312442" cy="603840"/>
      </dsp:txXfrm>
    </dsp:sp>
    <dsp:sp modelId="{E1E83C60-58DE-4B40-ABB4-62C126FAD654}">
      <dsp:nvSpPr>
        <dsp:cNvPr id="0" name=""/>
        <dsp:cNvSpPr/>
      </dsp:nvSpPr>
      <dsp:spPr>
        <a:xfrm>
          <a:off x="973280" y="2356006"/>
          <a:ext cx="603840" cy="603840"/>
        </a:xfrm>
        <a:prstGeom prst="ellipse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996C08-7CB6-4EE0-ABD6-C3E81DEE4AA4}">
      <dsp:nvSpPr>
        <dsp:cNvPr id="0" name=""/>
        <dsp:cNvSpPr/>
      </dsp:nvSpPr>
      <dsp:spPr>
        <a:xfrm rot="10800000">
          <a:off x="1275200" y="3140097"/>
          <a:ext cx="4463402" cy="603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277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Assists in creating patches or bypassing software protections</a:t>
          </a:r>
          <a:endParaRPr lang="en-IN" sz="1800" kern="1200"/>
        </a:p>
      </dsp:txBody>
      <dsp:txXfrm rot="10800000">
        <a:off x="1426160" y="3140097"/>
        <a:ext cx="4312442" cy="603840"/>
      </dsp:txXfrm>
    </dsp:sp>
    <dsp:sp modelId="{F326D860-CE4A-4463-B375-149F0DCA2E6C}">
      <dsp:nvSpPr>
        <dsp:cNvPr id="0" name=""/>
        <dsp:cNvSpPr/>
      </dsp:nvSpPr>
      <dsp:spPr>
        <a:xfrm>
          <a:off x="973280" y="3140097"/>
          <a:ext cx="603840" cy="603840"/>
        </a:xfrm>
        <a:prstGeom prst="ellipse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E84BB5-AE24-4210-8ECC-EFCFF2B9EAFF}">
      <dsp:nvSpPr>
        <dsp:cNvPr id="0" name=""/>
        <dsp:cNvSpPr/>
      </dsp:nvSpPr>
      <dsp:spPr>
        <a:xfrm rot="10800000">
          <a:off x="1275200" y="3924188"/>
          <a:ext cx="4463402" cy="603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277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Key for understanding how malware communicates and infects systems</a:t>
          </a:r>
          <a:endParaRPr lang="en-IN" sz="1800" kern="1200"/>
        </a:p>
      </dsp:txBody>
      <dsp:txXfrm rot="10800000">
        <a:off x="1426160" y="3924188"/>
        <a:ext cx="4312442" cy="603840"/>
      </dsp:txXfrm>
    </dsp:sp>
    <dsp:sp modelId="{BD3E9998-1E02-4E23-9B0E-3AB79CEC8B1C}">
      <dsp:nvSpPr>
        <dsp:cNvPr id="0" name=""/>
        <dsp:cNvSpPr/>
      </dsp:nvSpPr>
      <dsp:spPr>
        <a:xfrm>
          <a:off x="973280" y="3924188"/>
          <a:ext cx="603840" cy="603840"/>
        </a:xfrm>
        <a:prstGeom prst="ellipse">
          <a:avLst/>
        </a:prstGeom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899BB5-F133-422F-B701-9492E9A9FFF9}">
      <dsp:nvSpPr>
        <dsp:cNvPr id="0" name=""/>
        <dsp:cNvSpPr/>
      </dsp:nvSpPr>
      <dsp:spPr>
        <a:xfrm>
          <a:off x="2431945" y="52349"/>
          <a:ext cx="2512771" cy="251277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Use VMs: VMware, VirtualBox</a:t>
          </a:r>
        </a:p>
      </dsp:txBody>
      <dsp:txXfrm>
        <a:off x="2766982" y="492084"/>
        <a:ext cx="1842698" cy="1130747"/>
      </dsp:txXfrm>
    </dsp:sp>
    <dsp:sp modelId="{9646DEE5-BCEE-41B0-AB5F-A6DE031CD672}">
      <dsp:nvSpPr>
        <dsp:cNvPr id="0" name=""/>
        <dsp:cNvSpPr/>
      </dsp:nvSpPr>
      <dsp:spPr>
        <a:xfrm>
          <a:off x="3338637" y="1622831"/>
          <a:ext cx="2512771" cy="251277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 Tools: Windows 10 VM, </a:t>
          </a:r>
          <a:r>
            <a:rPr lang="en-IN" sz="2200" kern="1200" dirty="0" err="1"/>
            <a:t>REMnux</a:t>
          </a:r>
          <a:r>
            <a:rPr lang="en-IN" sz="2200" kern="1200" dirty="0"/>
            <a:t>, FLARE VM</a:t>
          </a:r>
        </a:p>
      </dsp:txBody>
      <dsp:txXfrm>
        <a:off x="4107126" y="2271963"/>
        <a:ext cx="1507662" cy="1382024"/>
      </dsp:txXfrm>
    </dsp:sp>
    <dsp:sp modelId="{7D173195-1F2C-4545-AD86-A29022327990}">
      <dsp:nvSpPr>
        <dsp:cNvPr id="0" name=""/>
        <dsp:cNvSpPr/>
      </dsp:nvSpPr>
      <dsp:spPr>
        <a:xfrm>
          <a:off x="1525254" y="1622831"/>
          <a:ext cx="2512771" cy="251277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Use snapshots for rollback</a:t>
          </a:r>
        </a:p>
      </dsp:txBody>
      <dsp:txXfrm>
        <a:off x="1761873" y="2271963"/>
        <a:ext cx="1507662" cy="138202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D01E54-6AFF-40C8-96BA-BC13C2537D98}">
      <dsp:nvSpPr>
        <dsp:cNvPr id="0" name=""/>
        <dsp:cNvSpPr/>
      </dsp:nvSpPr>
      <dsp:spPr>
        <a:xfrm>
          <a:off x="0" y="337018"/>
          <a:ext cx="5712643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805197-4E0F-42DF-9D89-3EF7BFE12812}">
      <dsp:nvSpPr>
        <dsp:cNvPr id="0" name=""/>
        <dsp:cNvSpPr/>
      </dsp:nvSpPr>
      <dsp:spPr>
        <a:xfrm>
          <a:off x="285632" y="115618"/>
          <a:ext cx="3998850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1147" tIns="0" rIns="151147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OS and Networking basics</a:t>
          </a:r>
        </a:p>
      </dsp:txBody>
      <dsp:txXfrm>
        <a:off x="307248" y="137234"/>
        <a:ext cx="3955618" cy="399568"/>
      </dsp:txXfrm>
    </dsp:sp>
    <dsp:sp modelId="{9CF1A88E-9BE5-4ABB-8CD2-8A6AE90430C1}">
      <dsp:nvSpPr>
        <dsp:cNvPr id="0" name=""/>
        <dsp:cNvSpPr/>
      </dsp:nvSpPr>
      <dsp:spPr>
        <a:xfrm>
          <a:off x="0" y="1017419"/>
          <a:ext cx="5712643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3BBC80-B378-4D76-A8F5-A28E5086627A}">
      <dsp:nvSpPr>
        <dsp:cNvPr id="0" name=""/>
        <dsp:cNvSpPr/>
      </dsp:nvSpPr>
      <dsp:spPr>
        <a:xfrm>
          <a:off x="285632" y="796018"/>
          <a:ext cx="3998850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1147" tIns="0" rIns="151147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Assembly Language</a:t>
          </a:r>
        </a:p>
      </dsp:txBody>
      <dsp:txXfrm>
        <a:off x="307248" y="817634"/>
        <a:ext cx="3955618" cy="399568"/>
      </dsp:txXfrm>
    </dsp:sp>
    <dsp:sp modelId="{DD92A162-A1BE-4857-8553-6E5898D0A968}">
      <dsp:nvSpPr>
        <dsp:cNvPr id="0" name=""/>
        <dsp:cNvSpPr/>
      </dsp:nvSpPr>
      <dsp:spPr>
        <a:xfrm>
          <a:off x="0" y="1697819"/>
          <a:ext cx="5712643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B7EBFC-F0BC-495E-B248-7F5608215423}">
      <dsp:nvSpPr>
        <dsp:cNvPr id="0" name=""/>
        <dsp:cNvSpPr/>
      </dsp:nvSpPr>
      <dsp:spPr>
        <a:xfrm>
          <a:off x="285632" y="1476419"/>
          <a:ext cx="3998850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1147" tIns="0" rIns="151147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Static and Dynamic Tools</a:t>
          </a:r>
        </a:p>
      </dsp:txBody>
      <dsp:txXfrm>
        <a:off x="307248" y="1498035"/>
        <a:ext cx="3955618" cy="399568"/>
      </dsp:txXfrm>
    </dsp:sp>
    <dsp:sp modelId="{4E772F1A-225B-4616-A789-1B7E17E62A33}">
      <dsp:nvSpPr>
        <dsp:cNvPr id="0" name=""/>
        <dsp:cNvSpPr/>
      </dsp:nvSpPr>
      <dsp:spPr>
        <a:xfrm>
          <a:off x="0" y="2378219"/>
          <a:ext cx="5712643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A27B36-F1CC-4D85-B6AC-713F562F20B3}">
      <dsp:nvSpPr>
        <dsp:cNvPr id="0" name=""/>
        <dsp:cNvSpPr/>
      </dsp:nvSpPr>
      <dsp:spPr>
        <a:xfrm>
          <a:off x="285632" y="2156819"/>
          <a:ext cx="3998850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1147" tIns="0" rIns="151147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Crackmes and Malware Samples</a:t>
          </a:r>
        </a:p>
      </dsp:txBody>
      <dsp:txXfrm>
        <a:off x="307248" y="2178435"/>
        <a:ext cx="3955618" cy="399568"/>
      </dsp:txXfrm>
    </dsp:sp>
    <dsp:sp modelId="{8B399BFE-C5E8-44DA-9B54-C9AB0EB8B87A}">
      <dsp:nvSpPr>
        <dsp:cNvPr id="0" name=""/>
        <dsp:cNvSpPr/>
      </dsp:nvSpPr>
      <dsp:spPr>
        <a:xfrm>
          <a:off x="0" y="3058619"/>
          <a:ext cx="5712643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5285A4-7372-4280-A611-A8A888273FF5}">
      <dsp:nvSpPr>
        <dsp:cNvPr id="0" name=""/>
        <dsp:cNvSpPr/>
      </dsp:nvSpPr>
      <dsp:spPr>
        <a:xfrm>
          <a:off x="285632" y="2837219"/>
          <a:ext cx="3998850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1147" tIns="0" rIns="151147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Follow Threat Intel</a:t>
          </a:r>
        </a:p>
      </dsp:txBody>
      <dsp:txXfrm>
        <a:off x="307248" y="2858835"/>
        <a:ext cx="3955618" cy="399568"/>
      </dsp:txXfrm>
    </dsp:sp>
    <dsp:sp modelId="{5B556396-8C0A-430D-B0CD-E0255A6DF5E5}">
      <dsp:nvSpPr>
        <dsp:cNvPr id="0" name=""/>
        <dsp:cNvSpPr/>
      </dsp:nvSpPr>
      <dsp:spPr>
        <a:xfrm>
          <a:off x="0" y="3739019"/>
          <a:ext cx="5712643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B4468C-5120-47FA-9614-8E28ECE8B104}">
      <dsp:nvSpPr>
        <dsp:cNvPr id="0" name=""/>
        <dsp:cNvSpPr/>
      </dsp:nvSpPr>
      <dsp:spPr>
        <a:xfrm>
          <a:off x="285632" y="3517619"/>
          <a:ext cx="3998850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1147" tIns="0" rIns="151147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Patience &amp;  Consistency</a:t>
          </a:r>
        </a:p>
      </dsp:txBody>
      <dsp:txXfrm>
        <a:off x="307248" y="3539235"/>
        <a:ext cx="3955618" cy="39956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700D7F-8416-4846-A39E-58D17D1DA6E6}">
      <dsp:nvSpPr>
        <dsp:cNvPr id="0" name=""/>
        <dsp:cNvSpPr/>
      </dsp:nvSpPr>
      <dsp:spPr>
        <a:xfrm rot="5400000">
          <a:off x="3652170" y="-1367597"/>
          <a:ext cx="900787" cy="386123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700" kern="1200"/>
            <a:t>Practical Malware Analysis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700" kern="1200"/>
            <a:t>Reversing: Secrets of Reverse Engineering</a:t>
          </a:r>
        </a:p>
      </dsp:txBody>
      <dsp:txXfrm rot="-5400000">
        <a:off x="2171946" y="156600"/>
        <a:ext cx="3817263" cy="812841"/>
      </dsp:txXfrm>
    </dsp:sp>
    <dsp:sp modelId="{4970989C-C4D0-4EA6-BDC2-1B524EC19A1A}">
      <dsp:nvSpPr>
        <dsp:cNvPr id="0" name=""/>
        <dsp:cNvSpPr/>
      </dsp:nvSpPr>
      <dsp:spPr>
        <a:xfrm>
          <a:off x="0" y="28"/>
          <a:ext cx="2171945" cy="11259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76200" rIns="152400" bIns="762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000" kern="1200" dirty="0"/>
            <a:t>Books</a:t>
          </a:r>
        </a:p>
      </dsp:txBody>
      <dsp:txXfrm>
        <a:off x="54966" y="54994"/>
        <a:ext cx="2062013" cy="1016052"/>
      </dsp:txXfrm>
    </dsp:sp>
    <dsp:sp modelId="{8A05C5AB-C35F-44CD-9D7B-5D96014989CA}">
      <dsp:nvSpPr>
        <dsp:cNvPr id="0" name=""/>
        <dsp:cNvSpPr/>
      </dsp:nvSpPr>
      <dsp:spPr>
        <a:xfrm rot="5400000">
          <a:off x="3652170" y="-185314"/>
          <a:ext cx="900787" cy="386123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700" kern="1200"/>
            <a:t>OALabs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700" kern="1200"/>
            <a:t>Malware Analysis for Hedgehogs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700" kern="1200"/>
            <a:t>CryptoW@re</a:t>
          </a:r>
        </a:p>
      </dsp:txBody>
      <dsp:txXfrm rot="-5400000">
        <a:off x="2171946" y="1338883"/>
        <a:ext cx="3817263" cy="812841"/>
      </dsp:txXfrm>
    </dsp:sp>
    <dsp:sp modelId="{D4958155-95E3-4D3C-B94E-3505BF053DBD}">
      <dsp:nvSpPr>
        <dsp:cNvPr id="0" name=""/>
        <dsp:cNvSpPr/>
      </dsp:nvSpPr>
      <dsp:spPr>
        <a:xfrm>
          <a:off x="0" y="1182311"/>
          <a:ext cx="2171945" cy="11259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76200" rIns="152400" bIns="762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000" kern="1200"/>
            <a:t>Youtube </a:t>
          </a:r>
        </a:p>
      </dsp:txBody>
      <dsp:txXfrm>
        <a:off x="54966" y="1237277"/>
        <a:ext cx="2062013" cy="101605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B7A16B-FEBC-443F-8AB4-12238E93C89F}">
      <dsp:nvSpPr>
        <dsp:cNvPr id="0" name=""/>
        <dsp:cNvSpPr/>
      </dsp:nvSpPr>
      <dsp:spPr>
        <a:xfrm>
          <a:off x="0" y="0"/>
          <a:ext cx="4299606" cy="4402321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14F8AD-BFEE-4D67-A792-BBAFC9D182AA}">
      <dsp:nvSpPr>
        <dsp:cNvPr id="0" name=""/>
        <dsp:cNvSpPr/>
      </dsp:nvSpPr>
      <dsp:spPr>
        <a:xfrm>
          <a:off x="2149803" y="440662"/>
          <a:ext cx="2794743" cy="62595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Use an isolated lab</a:t>
          </a:r>
        </a:p>
      </dsp:txBody>
      <dsp:txXfrm>
        <a:off x="2180360" y="471219"/>
        <a:ext cx="2733629" cy="564841"/>
      </dsp:txXfrm>
    </dsp:sp>
    <dsp:sp modelId="{82A0CAD7-8F4F-443F-BB69-7D1E41B65C79}">
      <dsp:nvSpPr>
        <dsp:cNvPr id="0" name=""/>
        <dsp:cNvSpPr/>
      </dsp:nvSpPr>
      <dsp:spPr>
        <a:xfrm>
          <a:off x="2149803" y="1144861"/>
          <a:ext cx="2794743" cy="62595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Practice with real-world samples</a:t>
          </a:r>
        </a:p>
      </dsp:txBody>
      <dsp:txXfrm>
        <a:off x="2180360" y="1175418"/>
        <a:ext cx="2733629" cy="564841"/>
      </dsp:txXfrm>
    </dsp:sp>
    <dsp:sp modelId="{5901750A-A639-4939-9269-DAB6EF516E0D}">
      <dsp:nvSpPr>
        <dsp:cNvPr id="0" name=""/>
        <dsp:cNvSpPr/>
      </dsp:nvSpPr>
      <dsp:spPr>
        <a:xfrm>
          <a:off x="2149803" y="1849060"/>
          <a:ext cx="2794743" cy="62595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Reverse engineering takes time</a:t>
          </a:r>
        </a:p>
      </dsp:txBody>
      <dsp:txXfrm>
        <a:off x="2180360" y="1879617"/>
        <a:ext cx="2733629" cy="564841"/>
      </dsp:txXfrm>
    </dsp:sp>
    <dsp:sp modelId="{D7580EFF-AEC1-4AF6-8777-DCF33EBF415A}">
      <dsp:nvSpPr>
        <dsp:cNvPr id="0" name=""/>
        <dsp:cNvSpPr/>
      </dsp:nvSpPr>
      <dsp:spPr>
        <a:xfrm>
          <a:off x="2149803" y="2553260"/>
          <a:ext cx="2794743" cy="62595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Document your learning</a:t>
          </a:r>
        </a:p>
      </dsp:txBody>
      <dsp:txXfrm>
        <a:off x="2180360" y="2583817"/>
        <a:ext cx="2733629" cy="564841"/>
      </dsp:txXfrm>
    </dsp:sp>
    <dsp:sp modelId="{5877FCC8-A819-4FF4-9875-D89B8FD0F0E8}">
      <dsp:nvSpPr>
        <dsp:cNvPr id="0" name=""/>
        <dsp:cNvSpPr/>
      </dsp:nvSpPr>
      <dsp:spPr>
        <a:xfrm>
          <a:off x="2149803" y="3257459"/>
          <a:ext cx="2794743" cy="62595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Stay curious!</a:t>
          </a:r>
        </a:p>
      </dsp:txBody>
      <dsp:txXfrm>
        <a:off x="2180360" y="3288016"/>
        <a:ext cx="2733629" cy="5648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equation2">
  <dgm:title val=""/>
  <dgm:desc val=""/>
  <dgm:catLst>
    <dgm:cat type="relationship" pri="18000"/>
    <dgm:cat type="process" pri="2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ch" ptType="node" func="cnt" op="gte" val="3">
        <dgm:constrLst>
          <dgm:constr type="h" for="des" forName="node" refType="w" fact="0.5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ch" forName="lastNode" op="equ" val="65"/>
          <dgm:constr type="primFontSz" for="des" forName="node" op="equ" val="65"/>
          <dgm:constr type="primFontSz" for="des" forName="sibTrans" val="55"/>
          <dgm:constr type="primFontSz" for="des" forName="sibTrans" refType="primFontSz" refFor="des" refForName="node" op="lte" fact="0.8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if>
      <dgm:else name="Name6">
        <dgm:constrLst>
          <dgm:constr type="h" for="des" forName="node" refType="w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des" forName="node" val="65"/>
          <dgm:constr type="primFontSz" for="ch" forName="lastNode" refType="primFontSz" refFor="des" refForName="node" op="equ"/>
          <dgm:constr type="primFontSz" for="des" forName="sibTrans" val="55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else>
    </dgm:choose>
    <dgm:ruleLst/>
    <dgm:choose name="Name7">
      <dgm:if name="Name8" axis="ch" ptType="node" func="cnt" op="gte" val="1">
        <dgm:layoutNode name="vNodes">
          <dgm:alg type="lin">
            <dgm:param type="linDir" val="fromT"/>
            <dgm:param type="fallback" val="2D"/>
          </dgm:alg>
          <dgm:shape xmlns:r="http://schemas.openxmlformats.org/officeDocument/2006/relationships" r:blip="">
            <dgm:adjLst/>
          </dgm:shape>
          <dgm:presOf/>
          <dgm:constrLst/>
          <dgm:ruleLst/>
          <dgm:forEach name="Name9" axis="ch" ptType="node">
            <dgm:choose name="Name10">
              <dgm:if name="Name11" axis="self" func="revPos" op="neq" val="1">
                <dgm:layoutNode name="node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  <dgm:choose name="Name12">
                  <dgm:if name="Name13" axis="self" ptType="node" func="revPos" op="gt" val="2">
                    <dgm:forEach name="sibTransForEach" axis="followSib" ptType="sibTrans" cnt="1">
                      <dgm:layoutNode name="spacerT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  <dgm:layoutNode name="sibTrans">
                        <dgm:alg type="tx"/>
                        <dgm:shape xmlns:r="http://schemas.openxmlformats.org/officeDocument/2006/relationships" type="mathPlus" r:blip="">
                          <dgm:adjLst/>
                        </dgm:shape>
                        <dgm:presOf axis="self"/>
                        <dgm:constrLst>
                          <dgm:constr type="h" refType="w"/>
                          <dgm:constr type="lMarg"/>
                          <dgm:constr type="rMarg"/>
                          <dgm:constr type="tMarg"/>
                          <dgm:constr type="bMarg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spacerB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</dgm:forEach>
                  </dgm:if>
                  <dgm:else name="Name14"/>
                </dgm:choose>
              </dgm:if>
              <dgm:else name="Name15"/>
            </dgm:choose>
          </dgm:forEach>
        </dgm:layoutNode>
        <dgm:choose name="Name16">
          <dgm:if name="Name17" axis="ch" ptType="node" func="cnt" op="gt" val="1">
            <dgm:layoutNode name="sibTransLast">
              <dgm:alg type="conn">
                <dgm:param type="begPts" val="auto"/>
                <dgm:param type="endPts" val="auto"/>
                <dgm:param type="srcNode" val="vNodes"/>
                <dgm:param type="dstNode" val="lastNode"/>
              </dgm:alg>
              <dgm:shape xmlns:r="http://schemas.openxmlformats.org/officeDocument/2006/relationships" type="conn" r:blip="">
                <dgm:adjLst/>
              </dgm:shape>
              <dgm:presOf axis="ch" ptType="sibTrans" st="-1" cnt="1"/>
              <dgm:constrLst>
                <dgm:constr type="h" refType="w" fact="0.62"/>
                <dgm:constr type="connDist"/>
                <dgm:constr type="begPad" refType="connDist" fact="0.25"/>
                <dgm:constr type="endPad" refType="connDist" fact="0.22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ch desOrSelf" ptType="sibTrans sibTrans" st="-1 1" cnt="1 0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if>
          <dgm:else name="Name18"/>
        </dgm:choose>
        <dgm:layoutNode name="lastNode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ch desOrSelf" ptType="node node" st="-1 1" cnt="1 0"/>
          <dgm:constrLst>
            <dgm:constr type="h" refType="w"/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</dgm:if>
      <dgm:else name="Name19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5024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092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3237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612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576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857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106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695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1717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252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9044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54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hyperlink" Target="https://in.linkedin.com/in/shrutirupa-banerjiee" TargetMode="External"/><Relationship Id="rId7" Type="http://schemas.openxmlformats.org/officeDocument/2006/relationships/hyperlink" Target="https://twitter.com/freak_crypt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hyperlink" Target="https://github.com/Shrutirupa" TargetMode="External"/><Relationship Id="rId10" Type="http://schemas.openxmlformats.org/officeDocument/2006/relationships/image" Target="../media/image19.png"/><Relationship Id="rId4" Type="http://schemas.openxmlformats.org/officeDocument/2006/relationships/image" Target="../media/image16.png"/><Relationship Id="rId9" Type="http://schemas.openxmlformats.org/officeDocument/2006/relationships/hyperlink" Target="https://www.youtube.com/@CryptoWare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Malware Analysis Basics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696825" y="4322190"/>
            <a:ext cx="154042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Presented by: </a:t>
            </a:r>
            <a:endParaRPr lang="en-IN"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IN" dirty="0"/>
              <a:t>Shrutirupa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0D138-6692-EE31-C934-F951CA84C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WHOAMI???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2CCF5C6D-7B0F-3243-0F5A-5653B14669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0151674"/>
              </p:ext>
            </p:extLst>
          </p:nvPr>
        </p:nvGraphicFramePr>
        <p:xfrm>
          <a:off x="584462" y="2084832"/>
          <a:ext cx="6273538" cy="34864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62542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15799A91-612F-6752-494C-15E035C62B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7425171"/>
              </p:ext>
            </p:extLst>
          </p:nvPr>
        </p:nvGraphicFramePr>
        <p:xfrm>
          <a:off x="1348033" y="1913641"/>
          <a:ext cx="6667893" cy="36887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4F7EA83E-65FC-A381-342F-733021D65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 Malware???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DDB1819E-4612-6550-2874-CA67229CCA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4809335"/>
              </p:ext>
            </p:extLst>
          </p:nvPr>
        </p:nvGraphicFramePr>
        <p:xfrm>
          <a:off x="1517714" y="1129777"/>
          <a:ext cx="5470689" cy="2887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3B141AC-E20B-04B7-175F-C135F07C6E8F}"/>
              </a:ext>
            </a:extLst>
          </p:cNvPr>
          <p:cNvSpPr txBox="1"/>
          <p:nvPr/>
        </p:nvSpPr>
        <p:spPr>
          <a:xfrm>
            <a:off x="2950589" y="4977353"/>
            <a:ext cx="60095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Why analyze?</a:t>
            </a:r>
          </a:p>
          <a:p>
            <a:r>
              <a:rPr lang="en-US" dirty="0"/>
              <a:t>   - Detect &amp; defend</a:t>
            </a:r>
          </a:p>
          <a:p>
            <a:r>
              <a:rPr lang="en-US" dirty="0"/>
              <a:t>   - Understand attacker techniques</a:t>
            </a:r>
          </a:p>
        </p:txBody>
      </p:sp>
    </p:spTree>
    <p:extLst>
      <p:ext uri="{BB962C8B-B14F-4D97-AF65-F5344CB8AC3E}">
        <p14:creationId xmlns:p14="http://schemas.microsoft.com/office/powerpoint/2010/main" val="4062992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7082F073-844B-588E-ECCA-307B0D0F61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4266792"/>
              </p:ext>
            </p:extLst>
          </p:nvPr>
        </p:nvGraphicFramePr>
        <p:xfrm>
          <a:off x="754144" y="641023"/>
          <a:ext cx="7682845" cy="56278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476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Why Malware Analysis?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305D47C-6653-BB67-30F6-B571C0789A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8392505"/>
              </p:ext>
            </p:extLst>
          </p:nvPr>
        </p:nvGraphicFramePr>
        <p:xfrm>
          <a:off x="659876" y="1828800"/>
          <a:ext cx="6627044" cy="49207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4975" y="562928"/>
            <a:ext cx="7290054" cy="1499616"/>
          </a:xfrm>
        </p:spPr>
        <p:txBody>
          <a:bodyPr>
            <a:normAutofit/>
          </a:bodyPr>
          <a:lstStyle/>
          <a:p>
            <a:r>
              <a:t>Two Branches of Malware Analysis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6672DAB8-A130-3849-570C-4514FE16CE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6243813"/>
              </p:ext>
            </p:extLst>
          </p:nvPr>
        </p:nvGraphicFramePr>
        <p:xfrm>
          <a:off x="1203609" y="2690336"/>
          <a:ext cx="6192786" cy="147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Common Malware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Packing &amp; Obfuscation</a:t>
            </a:r>
          </a:p>
          <a:p>
            <a:r>
              <a:t>• Persistence mechanisms (registry, services)</a:t>
            </a:r>
          </a:p>
          <a:p>
            <a:r>
              <a:t>• Anti-analysis (debugger checks, VMs)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Introduction to Reverse Engineering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6D2D4B3B-9DFF-A3F3-680F-62F9197B4E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9847980"/>
              </p:ext>
            </p:extLst>
          </p:nvPr>
        </p:nvGraphicFramePr>
        <p:xfrm>
          <a:off x="-169682" y="2180121"/>
          <a:ext cx="6711884" cy="4531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BEAF66-3F22-D263-B642-33B1F3B5B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41" y="471340"/>
            <a:ext cx="8751048" cy="542983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Setting Up Your Lab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CFD57E8-B78B-3300-FF4E-9B29E0A1FB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4898014"/>
              </p:ext>
            </p:extLst>
          </p:nvPr>
        </p:nvGraphicFramePr>
        <p:xfrm>
          <a:off x="768096" y="2084833"/>
          <a:ext cx="7376663" cy="41879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B246C-360C-F0F6-1B6A-534E30649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B4BE3B-9A26-70E8-152C-6AC9DDEE0304}"/>
              </a:ext>
            </a:extLst>
          </p:cNvPr>
          <p:cNvSpPr txBox="1"/>
          <p:nvPr/>
        </p:nvSpPr>
        <p:spPr>
          <a:xfrm>
            <a:off x="575035" y="2253006"/>
            <a:ext cx="68344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Lets see a packed sample</a:t>
            </a:r>
          </a:p>
          <a:p>
            <a:r>
              <a:rPr lang="en-IN" dirty="0"/>
              <a:t>Lets see an obfuscated sample</a:t>
            </a:r>
          </a:p>
          <a:p>
            <a:r>
              <a:rPr lang="en-IN" dirty="0"/>
              <a:t>Lets see how reverse engineering looks like</a:t>
            </a:r>
          </a:p>
          <a:p>
            <a:r>
              <a:rPr lang="en-IN" dirty="0"/>
              <a:t>Lets  see a real malware</a:t>
            </a:r>
          </a:p>
        </p:txBody>
      </p:sp>
    </p:spTree>
    <p:extLst>
      <p:ext uri="{BB962C8B-B14F-4D97-AF65-F5344CB8AC3E}">
        <p14:creationId xmlns:p14="http://schemas.microsoft.com/office/powerpoint/2010/main" val="34418345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Pathway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1B5F063-00B5-4C9B-D6F0-F0077BB4D2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4575591"/>
              </p:ext>
            </p:extLst>
          </p:nvPr>
        </p:nvGraphicFramePr>
        <p:xfrm>
          <a:off x="622169" y="2309564"/>
          <a:ext cx="5712643" cy="4232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 to Explore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3934B52-E64B-8FF5-3561-11706E0B14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1508828"/>
              </p:ext>
            </p:extLst>
          </p:nvPr>
        </p:nvGraphicFramePr>
        <p:xfrm>
          <a:off x="452487" y="2215299"/>
          <a:ext cx="6033182" cy="2308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Final Tips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464EBEE-97FB-A406-3F0D-F1400FE8E2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5111139"/>
              </p:ext>
            </p:extLst>
          </p:nvPr>
        </p:nvGraphicFramePr>
        <p:xfrm>
          <a:off x="768095" y="2196441"/>
          <a:ext cx="4944547" cy="44023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5"/>
            <a:ext cx="7886700" cy="409099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595959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Reach out to me</a:t>
            </a:r>
          </a:p>
        </p:txBody>
      </p:sp>
      <p:pic>
        <p:nvPicPr>
          <p:cNvPr id="4" name="Content Placeholder 3" descr="li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96316" y="3315973"/>
            <a:ext cx="249555" cy="24955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263968" y="3290710"/>
            <a:ext cx="30480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 err="1">
                <a:hlinkClick r:id="rId3" action="ppaction://hlinkfile"/>
              </a:rPr>
              <a:t>shrutirupa-banerjiee</a:t>
            </a:r>
            <a:endParaRPr lang="en-US" sz="1500" dirty="0">
              <a:hlinkClick r:id="rId3" action="ppaction://hlinkfile"/>
            </a:endParaRPr>
          </a:p>
        </p:txBody>
      </p:sp>
      <p:pic>
        <p:nvPicPr>
          <p:cNvPr id="6" name="Content Placeholder 5" descr="gi"/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3309209" y="3290708"/>
            <a:ext cx="252918" cy="252918"/>
          </a:xfrm>
          <a:prstGeom prst="rect">
            <a:avLst/>
          </a:prstGeom>
        </p:spPr>
      </p:pic>
      <p:sp>
        <p:nvSpPr>
          <p:cNvPr id="7" name="Text Box 6">
            <a:hlinkClick r:id="rId5" action="ppaction://hlinkfile"/>
          </p:cNvPr>
          <p:cNvSpPr txBox="1"/>
          <p:nvPr/>
        </p:nvSpPr>
        <p:spPr>
          <a:xfrm>
            <a:off x="3562127" y="3265446"/>
            <a:ext cx="30480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 err="1">
                <a:hlinkClick r:id="rId5" action="ppaction://hlinkfile"/>
              </a:rPr>
              <a:t>Shrutirupa</a:t>
            </a:r>
            <a:endParaRPr lang="en-US" sz="15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D8ADCEE-6B9E-40CA-8AAF-514DCFEA6A42}"/>
              </a:ext>
            </a:extLst>
          </p:cNvPr>
          <p:cNvGrpSpPr/>
          <p:nvPr/>
        </p:nvGrpSpPr>
        <p:grpSpPr>
          <a:xfrm>
            <a:off x="996315" y="3911205"/>
            <a:ext cx="3440430" cy="323165"/>
            <a:chOff x="1400175" y="4234023"/>
            <a:chExt cx="4587240" cy="430886"/>
          </a:xfrm>
        </p:grpSpPr>
        <p:pic>
          <p:nvPicPr>
            <p:cNvPr id="8" name="Picture 7" descr="tw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00175" y="4267708"/>
              <a:ext cx="332740" cy="332740"/>
            </a:xfrm>
            <a:prstGeom prst="rect">
              <a:avLst/>
            </a:prstGeom>
          </p:spPr>
        </p:pic>
        <p:sp>
          <p:nvSpPr>
            <p:cNvPr id="9" name="Text Box 8"/>
            <p:cNvSpPr txBox="1"/>
            <p:nvPr/>
          </p:nvSpPr>
          <p:spPr>
            <a:xfrm>
              <a:off x="1923415" y="4234023"/>
              <a:ext cx="4064000" cy="430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 err="1">
                  <a:hlinkClick r:id="rId7" action="ppaction://hlinkfile"/>
                </a:rPr>
                <a:t>freak_crypt</a:t>
              </a:r>
              <a:endParaRPr lang="en-US" sz="1500" dirty="0"/>
            </a:p>
          </p:txBody>
        </p:sp>
      </p:grpSp>
      <p:pic>
        <p:nvPicPr>
          <p:cNvPr id="10" name="Picture 9" descr="yi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0323" y="3895968"/>
            <a:ext cx="261805" cy="261805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3562127" y="3870704"/>
            <a:ext cx="30480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 err="1">
                <a:hlinkClick r:id="rId9" action="ppaction://hlinkfile"/>
              </a:rPr>
              <a:t>CryptoW@re</a:t>
            </a:r>
            <a:endParaRPr lang="en-US" sz="15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3563435-2F75-4421-A9D0-9A8C844A8F4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7227" y="2150079"/>
            <a:ext cx="3388140" cy="3318975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16853AEA-3656-4BA7-A926-E02C692EDFDD}"/>
              </a:ext>
            </a:extLst>
          </p:cNvPr>
          <p:cNvSpPr txBox="1">
            <a:spLocks/>
          </p:cNvSpPr>
          <p:nvPr/>
        </p:nvSpPr>
        <p:spPr>
          <a:xfrm>
            <a:off x="828774" y="2376209"/>
            <a:ext cx="3048000" cy="409099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450"/>
              </a:spcAft>
            </a:pPr>
            <a:r>
              <a:rPr lang="en-US" sz="2000" b="1" dirty="0" err="1"/>
              <a:t>Shrutirupa</a:t>
            </a:r>
            <a:r>
              <a:rPr lang="en-US" sz="2000" b="1" dirty="0"/>
              <a:t> </a:t>
            </a:r>
            <a:r>
              <a:rPr lang="en-US" sz="2000" b="1" dirty="0" err="1"/>
              <a:t>Banerjiee</a:t>
            </a:r>
          </a:p>
          <a:p>
            <a:pPr>
              <a:spcAft>
                <a:spcPts val="450"/>
              </a:spcAft>
            </a:pPr>
            <a:r>
              <a:rPr lang="en-US" sz="2000" dirty="0"/>
              <a:t>Security Research Lead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21397</TotalTime>
  <Words>363</Words>
  <Application>Microsoft Office PowerPoint</Application>
  <PresentationFormat>On-screen Show (4:3)</PresentationFormat>
  <Paragraphs>93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Calibri bold</vt:lpstr>
      <vt:lpstr>Tw Cen MT</vt:lpstr>
      <vt:lpstr>Tw Cen MT Condensed</vt:lpstr>
      <vt:lpstr>Wingdings 3</vt:lpstr>
      <vt:lpstr>Integral</vt:lpstr>
      <vt:lpstr>Malware Analysis Basics</vt:lpstr>
      <vt:lpstr>WHOAMI???</vt:lpstr>
      <vt:lpstr>What is a Malware???</vt:lpstr>
      <vt:lpstr>PowerPoint Presentation</vt:lpstr>
      <vt:lpstr>PowerPoint Presentation</vt:lpstr>
      <vt:lpstr>Why Malware Analysis?</vt:lpstr>
      <vt:lpstr>Two Branches of Malware Analysis</vt:lpstr>
      <vt:lpstr>Common Malware Techniques</vt:lpstr>
      <vt:lpstr>Introduction to Reverse Engineering</vt:lpstr>
      <vt:lpstr>PowerPoint Presentation</vt:lpstr>
      <vt:lpstr>Setting Up Your Lab</vt:lpstr>
      <vt:lpstr>Demo</vt:lpstr>
      <vt:lpstr>Learning Pathway</vt:lpstr>
      <vt:lpstr>Resources to Explore</vt:lpstr>
      <vt:lpstr>Final Tips</vt:lpstr>
      <vt:lpstr>Reach out to me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Shrutirupa Banerjiee</dc:creator>
  <cp:keywords/>
  <dc:description>generated using python-pptx</dc:description>
  <cp:lastModifiedBy>Shrutirupa Banerjiee</cp:lastModifiedBy>
  <cp:revision>7</cp:revision>
  <dcterms:created xsi:type="dcterms:W3CDTF">2013-01-27T09:14:16Z</dcterms:created>
  <dcterms:modified xsi:type="dcterms:W3CDTF">2026-03-23T13:58:29Z</dcterms:modified>
  <cp:category/>
</cp:coreProperties>
</file>