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BF5"/>
                </a:solidFill>
                <a:latin typeface="Aptos"/>
              </a:defRPr>
            </a:pPr>
            <a:r>
              <a:t>AI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r>
              <a:rPr dirty="0"/>
              <a:t>How AI Is Transforming Both Attackers and Defenders</a:t>
            </a:r>
            <a:br>
              <a:rPr dirty="0"/>
            </a:b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endParaRPr lang="en-IN" dirty="0"/>
          </a:p>
          <a:p>
            <a:pPr algn="l">
              <a:defRPr sz="2200" b="0">
                <a:solidFill>
                  <a:srgbClr val="B9CDE1"/>
                </a:solidFill>
                <a:latin typeface="Aptos"/>
              </a:defRPr>
            </a:pPr>
            <a:r>
              <a:rPr lang="en-IN" dirty="0"/>
              <a:t>By</a:t>
            </a:r>
            <a:r>
              <a:rPr dirty="0"/>
              <a:t>: Naskanti </a:t>
            </a:r>
            <a:r>
              <a:rPr dirty="0" err="1"/>
              <a:t>Sathvika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8CA0"/>
                </a:solidFill>
                <a:latin typeface="Aptos"/>
              </a:defRPr>
            </a:pPr>
            <a:r>
              <a:t>AI × CYBERSECURITY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1B0545-579B-1E23-6ED8-A5C85CB5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341" y="2752369"/>
            <a:ext cx="5323251" cy="2874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01  THE NEW CYBER BATTLEFIELD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AI is changing the economics of cyber attacks and defense.</a:t>
            </a:r>
            <a:br/>
            <a:br/>
            <a:r>
              <a:t>• Attackers: faster reconnaissance, social engineering, malware adaptation</a:t>
            </a:r>
            <a:br/>
            <a:r>
              <a:t>• Defenders: faster detection, triage, investigation and response</a:t>
            </a:r>
            <a:br/>
            <a:r>
              <a:t>• The advantage shifts to teams that combine AI + human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02  WHY AI CHANGES 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Traditional security is often constrained by human speed.</a:t>
            </a:r>
            <a:br/>
            <a:r>
              <a:t>AI can process huge volumes of logs, identities, endpoints and threat intelligence.</a:t>
            </a:r>
            <a:br/>
            <a:br/>
            <a:r>
              <a:t>Key shift:</a:t>
            </a:r>
            <a:br/>
            <a:r>
              <a:t>Manual → assisted → automated → agentic workflows</a:t>
            </a:r>
            <a:br/>
            <a:br/>
            <a:r>
              <a:t>But automation without controls can amplify mistakes at machine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03  HOW ATTACKERS USE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• Reconnaissance: summarize public information and map attack surfaces</a:t>
            </a:r>
            <a:br/>
            <a:r>
              <a:t>• Phishing &amp; social engineering: personalize messages at scale</a:t>
            </a:r>
            <a:br/>
            <a:r>
              <a:t>• Malware development: accelerate code generation and debugging</a:t>
            </a:r>
            <a:br/>
            <a:r>
              <a:t>• Evasion: rapidly test defensive assumptions and modify techniques</a:t>
            </a:r>
            <a:br/>
            <a:r>
              <a:t>• Fraud: generate convincing text, voice and synthetic media</a:t>
            </a:r>
            <a:br/>
            <a:br/>
            <a:r>
              <a:t>Defensive lesson: assume adversaries can scale faster than before.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C0DCF0-6651-DCEC-E5A4-9D0935F22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663" y="3914139"/>
            <a:ext cx="6649316" cy="2943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04  AI-POWERED SOCIAL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The attack is no longer only technical.</a:t>
            </a:r>
            <a:br/>
            <a:br/>
            <a:r>
              <a:t>AI can help attackers create:</a:t>
            </a:r>
            <a:br/>
            <a:r>
              <a:t>• Highly personalized phishing</a:t>
            </a:r>
            <a:br/>
            <a:r>
              <a:t>• Multilingual lures</a:t>
            </a:r>
            <a:br/>
            <a:r>
              <a:t>• Synthetic voice/video impersonation</a:t>
            </a:r>
            <a:br/>
            <a:r>
              <a:t>• Convincing business-email narratives</a:t>
            </a:r>
            <a:br/>
            <a:br/>
            <a:r>
              <a:t>Defender response:</a:t>
            </a:r>
            <a:br/>
            <a:r>
              <a:t>Identity verification + phishing-resistant MFA + behavioral analytics + awareness.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D5CB0-2C5A-169A-9DFF-309A0FEB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012" y="1280160"/>
            <a:ext cx="220218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05  AI FOR DEFENDERS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High-value defensive use cases:</a:t>
            </a:r>
            <a:br/>
            <a:br/>
            <a:r>
              <a:t>• SOC alert triage and prioritization</a:t>
            </a:r>
            <a:br/>
            <a:r>
              <a:t>• Threat-intelligence summarization</a:t>
            </a:r>
            <a:br/>
            <a:r>
              <a:t>• Detection engineering assistance</a:t>
            </a:r>
            <a:br/>
            <a:r>
              <a:t>• Incident timeline reconstruction</a:t>
            </a:r>
            <a:br/>
            <a:r>
              <a:t>• Malware / log analysis assistance</a:t>
            </a:r>
            <a:br/>
            <a:r>
              <a:t>• Security-control monitoring</a:t>
            </a:r>
            <a:br/>
            <a:r>
              <a:t>• Analyst copilots for investigation</a:t>
            </a:r>
            <a:br/>
            <a:br/>
            <a:r>
              <a:t>Goal: reduce analyst workload—not remove analysts.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C69EB0-5395-A474-2C30-7E94789E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125" y="1417320"/>
            <a:ext cx="3989137" cy="24548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06  AI IN THE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 practical AI-assisted SOC flow:</a:t>
            </a:r>
            <a:br/>
            <a:br/>
            <a:r>
              <a:t>Telemetry → Detection → AI enrichment → Analyst validation → Response → Learning</a:t>
            </a:r>
            <a:br/>
            <a:br/>
            <a:r>
              <a:t>AI can correlate:</a:t>
            </a:r>
            <a:br/>
            <a:r>
              <a:t>Identity + endpoint + network + cloud + email + threat intelligence</a:t>
            </a:r>
            <a:br/>
            <a:br/>
            <a:r>
              <a:t>Human approval remains critical for high-impact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07  DETECTION &amp; THREAT HUNTING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AI can identify patterns that are difficult to spot manually:</a:t>
            </a:r>
            <a:br/>
            <a:br/>
            <a:r>
              <a:t>• Unusual login behavior</a:t>
            </a:r>
            <a:br/>
            <a:r>
              <a:t>• Lateral movement patterns</a:t>
            </a:r>
            <a:br/>
            <a:r>
              <a:t>• Rare process execution</a:t>
            </a:r>
            <a:br/>
            <a:r>
              <a:t>• Abnormal data access</a:t>
            </a:r>
            <a:br/>
            <a:r>
              <a:t>• Suspicious relationships across entities</a:t>
            </a:r>
            <a:br/>
            <a:br/>
            <a:r>
              <a:t>Best practice: combine AI signals with deterministic rules and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ADD079-AC92-6AB2-2552-3897920B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437" y="1593338"/>
            <a:ext cx="3788611" cy="2452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08  INCIDENT RESPONSE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AI can accelerate the investigation by:</a:t>
            </a:r>
            <a:br/>
            <a:br/>
            <a:r>
              <a:t>1. Summarizing the incident</a:t>
            </a:r>
            <a:br/>
            <a:r>
              <a:t>2. Building a timeline</a:t>
            </a:r>
            <a:br/>
            <a:r>
              <a:t>3. Linking indicators and affected assets</a:t>
            </a:r>
            <a:br/>
            <a:r>
              <a:t>4. Suggesting investigation paths</a:t>
            </a:r>
            <a:br/>
            <a:r>
              <a:t>5. Drafting containment steps</a:t>
            </a:r>
            <a:br/>
            <a:r>
              <a:t>6. Producing an executive summary</a:t>
            </a:r>
            <a:br/>
            <a:br/>
            <a:r>
              <a:t>Never let a model's confidence substitute for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09  AI ALSO CREATES NEW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Security teams must defend the AI itself.</a:t>
            </a:r>
            <a:br/>
            <a:br/>
            <a:r>
              <a:t>• Prompt injection</a:t>
            </a:r>
            <a:br/>
            <a:r>
              <a:t>• Sensitive-data leakage</a:t>
            </a:r>
            <a:br/>
            <a:r>
              <a:t>• Model manipulation / poisoning</a:t>
            </a:r>
            <a:br/>
            <a:r>
              <a:t>• Excessive agent permissions</a:t>
            </a:r>
            <a:br/>
            <a:r>
              <a:t>• Insecure tool use</a:t>
            </a:r>
            <a:br/>
            <a:r>
              <a:t>• Hallucinated security conclusions</a:t>
            </a:r>
            <a:br/>
            <a:r>
              <a:t>• Supply-chain risk in models and plugins</a:t>
            </a:r>
            <a:br/>
            <a:br/>
            <a:r>
              <a:t>New attack surface = Model + Data + Tools + Identity +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6ABE5-323F-EFDD-3218-D592EF9D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171" y="1280094"/>
            <a:ext cx="3045500" cy="33223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10  AGENTIC AI: THE NEXT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An AI agent can perceive, reason, use tools and act.</a:t>
            </a:r>
            <a:br/>
            <a:br/>
            <a:r>
              <a:t>Example security agent:</a:t>
            </a:r>
            <a:br/>
            <a:r>
              <a:t>Detect alert → query SIEM → enrich IOC → investigate endpoint → recommend containment</a:t>
            </a:r>
            <a:br/>
            <a:br/>
            <a:r>
              <a:t>Power increases when agents receive write access.</a:t>
            </a:r>
            <a:br/>
            <a:br/>
            <a:r>
              <a:t>Design principle:</a:t>
            </a:r>
            <a:br/>
            <a:r>
              <a:t>Least privilege + approval gates + audit logs + sandboxing.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11  AI GOVERNANCE FOR SECURITY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 practical governance checklist:</a:t>
            </a:r>
            <a:br/>
            <a:br/>
            <a:r>
              <a:t>• Define approved AI use cases</a:t>
            </a:r>
            <a:br/>
            <a:r>
              <a:t>• Classify data before sending it to AI</a:t>
            </a:r>
            <a:br/>
            <a:r>
              <a:t>• Establish human-approval boundaries</a:t>
            </a:r>
            <a:br/>
            <a:r>
              <a:t>• Log prompts, outputs and actions where appropriate</a:t>
            </a:r>
            <a:br/>
            <a:r>
              <a:t>• Test for prompt injection and data leakage</a:t>
            </a:r>
            <a:br/>
            <a:r>
              <a:t>• Measure accuracy, false positives and business impact</a:t>
            </a:r>
            <a:br/>
            <a:r>
              <a:t>• Review vendors, models and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12  THE AI SECURITY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Think in layers:</a:t>
            </a:r>
            <a:br/>
            <a:br/>
            <a:r>
              <a:t>DATA → MODEL → APPLICATION → AGENT → TOOLS → IDENTITY → INFRASTRUCTURE</a:t>
            </a:r>
            <a:br/>
            <a:br/>
            <a:r>
              <a:t>Each layer needs:</a:t>
            </a:r>
            <a:br/>
            <a:r>
              <a:t>Visibility | Access control | Validation | Monitoring | Incident response</a:t>
            </a:r>
            <a:br/>
            <a:br/>
            <a:r>
              <a:t>Security is no longer only about protecting endpoints and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13  ATTACKER vs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ATTACKERS</a:t>
            </a:r>
            <a:br/>
            <a:r>
              <a:t>• Scale persuasion</a:t>
            </a:r>
            <a:br/>
            <a:r>
              <a:t>• Automate reconnaissance</a:t>
            </a:r>
            <a:br/>
            <a:r>
              <a:t>• Adapt faster</a:t>
            </a:r>
            <a:br/>
            <a:r>
              <a:t>• Lower technical barriers</a:t>
            </a:r>
            <a:br/>
            <a:br/>
            <a:r>
              <a:t>DEFENDERS</a:t>
            </a:r>
            <a:br/>
            <a:r>
              <a:t>• Correlate more data</a:t>
            </a:r>
            <a:br/>
            <a:r>
              <a:t>• Automate triage</a:t>
            </a:r>
            <a:br/>
            <a:r>
              <a:t>• Detect behavioral anomalies</a:t>
            </a:r>
            <a:br/>
            <a:r>
              <a:t>• Accelerate response</a:t>
            </a:r>
            <a:br/>
            <a:br/>
            <a:r>
              <a:t>The winner is not “AI.”</a:t>
            </a:r>
            <a:br/>
            <a:r>
              <a:t>The winner is the side with better data, controls, workflows and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9475CB-3017-36FF-0EAE-829DBA64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48" y="1536825"/>
            <a:ext cx="3657440" cy="31512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14  WHAT CYBERSECURITY PROFESSIONALS SHOULD 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1. Learn AI fundamentals</a:t>
            </a:r>
            <a:br/>
            <a:r>
              <a:t>2. Use copilots safely for repetitive work</a:t>
            </a:r>
            <a:br/>
            <a:r>
              <a:t>3. Build prompt + verification discipline</a:t>
            </a:r>
            <a:br/>
            <a:r>
              <a:t>4. Understand AI-specific threats</a:t>
            </a:r>
            <a:br/>
            <a:r>
              <a:t>5. Add AI security to risk assessments</a:t>
            </a:r>
            <a:br/>
            <a:r>
              <a:t>6. Automate low-risk workflows first</a:t>
            </a:r>
            <a:br/>
            <a:r>
              <a:t>7. Keep humans accountable for high-impact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rPr dirty="0"/>
              <a:t>15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rPr dirty="0"/>
              <a:t>From alert to investigation in minutes</a:t>
            </a:r>
            <a:br>
              <a:rPr dirty="0"/>
            </a:br>
            <a:br>
              <a:rPr dirty="0"/>
            </a:br>
            <a:r>
              <a:rPr dirty="0"/>
              <a:t>Show a safe, simulated SOC alert and demonstrate:</a:t>
            </a:r>
            <a:br>
              <a:rPr dirty="0"/>
            </a:br>
            <a:r>
              <a:rPr dirty="0"/>
              <a:t>• AI summarization</a:t>
            </a:r>
            <a:br>
              <a:rPr dirty="0"/>
            </a:br>
            <a:r>
              <a:rPr dirty="0"/>
              <a:t>• IOC extraction</a:t>
            </a:r>
            <a:br>
              <a:rPr dirty="0"/>
            </a:br>
            <a:r>
              <a:rPr dirty="0"/>
              <a:t>• MITRE </a:t>
            </a:r>
            <a:r>
              <a:rPr dirty="0" err="1"/>
              <a:t>ATT</a:t>
            </a:r>
            <a:r>
              <a:rPr dirty="0"/>
              <a:t>&amp;CK mapping</a:t>
            </a:r>
            <a:br>
              <a:rPr dirty="0"/>
            </a:br>
            <a:r>
              <a:rPr dirty="0"/>
              <a:t>• Investigation questions</a:t>
            </a:r>
            <a:br>
              <a:rPr dirty="0"/>
            </a:br>
            <a:r>
              <a:rPr dirty="0"/>
              <a:t>• Analyst validation</a:t>
            </a:r>
            <a:br>
              <a:rPr dirty="0"/>
            </a:br>
            <a:r>
              <a:rPr dirty="0"/>
              <a:t>• Incident-report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t>16 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t>AI is not replacing cybersecurity professionals.</a:t>
            </a:r>
            <a:br/>
            <a:r>
              <a:t>It is changing what “good cybersecurity” looks like.</a:t>
            </a:r>
            <a:br/>
            <a:br/>
            <a:r>
              <a:t>Attackers use AI to scale.</a:t>
            </a:r>
            <a:br/>
            <a:r>
              <a:t>Defenders use AI to accelerate.</a:t>
            </a:r>
            <a:br/>
            <a:r>
              <a:t>Security teams must also secure AI itself.</a:t>
            </a:r>
            <a:br/>
            <a:br/>
            <a:r>
              <a:t>The future belongs to professionals who can combine:</a:t>
            </a:r>
            <a:br/>
            <a:r>
              <a:t>CYBERSECURITY + AI + GOVERNANCE + HUMAN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7432" y="1660087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BF5"/>
                </a:solidFill>
                <a:latin typeface="Aptos"/>
              </a:defRPr>
            </a:pPr>
            <a:r>
              <a:rPr dirty="0"/>
              <a:t>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7432" y="3419520"/>
            <a:ext cx="10698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7E6"/>
                </a:solidFill>
                <a:latin typeface="Aptos"/>
              </a:defRPr>
            </a:pPr>
            <a:r>
              <a:rPr b="1" dirty="0"/>
              <a:t>Thank you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D91"/>
                </a:solidFill>
                <a:latin typeface="Aptos"/>
              </a:defRPr>
            </a:pPr>
            <a:r>
              <a:t>AI × CYBERSECURITY  |  NASKANTI SATHVIKA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Sathvika Naskanti</cp:lastModifiedBy>
  <cp:revision>4</cp:revision>
  <dcterms:created xsi:type="dcterms:W3CDTF">2013-01-27T09:14:16Z</dcterms:created>
  <dcterms:modified xsi:type="dcterms:W3CDTF">2026-08-08T12:35:57Z</dcterms:modified>
  <cp:category/>
</cp:coreProperties>
</file>